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1" r:id="rId2"/>
    <p:sldId id="292" r:id="rId3"/>
    <p:sldId id="256" r:id="rId4"/>
    <p:sldId id="257" r:id="rId5"/>
    <p:sldId id="258" r:id="rId6"/>
    <p:sldId id="265" r:id="rId7"/>
    <p:sldId id="266" r:id="rId8"/>
    <p:sldId id="267" r:id="rId9"/>
    <p:sldId id="268" r:id="rId10"/>
    <p:sldId id="269" r:id="rId11"/>
    <p:sldId id="270" r:id="rId12"/>
    <p:sldId id="271" r:id="rId13"/>
    <p:sldId id="273" r:id="rId14"/>
    <p:sldId id="274" r:id="rId15"/>
    <p:sldId id="275" r:id="rId16"/>
    <p:sldId id="276" r:id="rId17"/>
    <p:sldId id="272" r:id="rId18"/>
    <p:sldId id="277" r:id="rId19"/>
    <p:sldId id="278" r:id="rId20"/>
    <p:sldId id="279" r:id="rId21"/>
    <p:sldId id="280" r:id="rId22"/>
    <p:sldId id="282" r:id="rId23"/>
    <p:sldId id="283" r:id="rId24"/>
    <p:sldId id="284" r:id="rId25"/>
    <p:sldId id="285" r:id="rId26"/>
    <p:sldId id="286" r:id="rId27"/>
    <p:sldId id="288" r:id="rId28"/>
    <p:sldId id="290"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88A9BE-AAE4-EA11-9F8B-9F82AE53AFED}" v="149" dt="2024-12-02T05:10:18.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abha Deshapande" userId="S::vallabha.deshapande@athenagt.com::b5c944ff-2677-411d-a8ed-95f1b8dd028b" providerId="AD" clId="Web-{6EF926E7-6C72-7B08-EC49-1C8FA391B9AC}"/>
    <pc:docChg chg="addSld delSld modSld">
      <pc:chgData name="Vallabha Deshapande" userId="S::vallabha.deshapande@athenagt.com::b5c944ff-2677-411d-a8ed-95f1b8dd028b" providerId="AD" clId="Web-{6EF926E7-6C72-7B08-EC49-1C8FA391B9AC}" dt="2024-11-01T13:36:01.075" v="256" actId="1076"/>
      <pc:docMkLst>
        <pc:docMk/>
      </pc:docMkLst>
      <pc:sldChg chg="addSp delSp modSp">
        <pc:chgData name="Vallabha Deshapande" userId="S::vallabha.deshapande@athenagt.com::b5c944ff-2677-411d-a8ed-95f1b8dd028b" providerId="AD" clId="Web-{6EF926E7-6C72-7B08-EC49-1C8FA391B9AC}" dt="2024-11-01T13:36:01.075" v="256" actId="1076"/>
        <pc:sldMkLst>
          <pc:docMk/>
          <pc:sldMk cId="109857222" sldId="256"/>
        </pc:sldMkLst>
        <pc:spChg chg="mod">
          <ac:chgData name="Vallabha Deshapande" userId="S::vallabha.deshapande@athenagt.com::b5c944ff-2677-411d-a8ed-95f1b8dd028b" providerId="AD" clId="Web-{6EF926E7-6C72-7B08-EC49-1C8FA391B9AC}" dt="2024-11-01T13:35:56.434" v="255" actId="1076"/>
          <ac:spMkLst>
            <pc:docMk/>
            <pc:sldMk cId="109857222" sldId="256"/>
            <ac:spMk id="2" creationId="{00000000-0000-0000-0000-000000000000}"/>
          </ac:spMkLst>
        </pc:spChg>
        <pc:spChg chg="mod">
          <ac:chgData name="Vallabha Deshapande" userId="S::vallabha.deshapande@athenagt.com::b5c944ff-2677-411d-a8ed-95f1b8dd028b" providerId="AD" clId="Web-{6EF926E7-6C72-7B08-EC49-1C8FA391B9AC}" dt="2024-11-01T13:36:01.075" v="256" actId="1076"/>
          <ac:spMkLst>
            <pc:docMk/>
            <pc:sldMk cId="109857222" sldId="256"/>
            <ac:spMk id="3" creationId="{00000000-0000-0000-0000-000000000000}"/>
          </ac:spMkLst>
        </pc:spChg>
        <pc:spChg chg="add mod">
          <ac:chgData name="Vallabha Deshapande" userId="S::vallabha.deshapande@athenagt.com::b5c944ff-2677-411d-a8ed-95f1b8dd028b" providerId="AD" clId="Web-{6EF926E7-6C72-7B08-EC49-1C8FA391B9AC}" dt="2024-11-01T13:35:43.387" v="253" actId="20577"/>
          <ac:spMkLst>
            <pc:docMk/>
            <pc:sldMk cId="109857222" sldId="256"/>
            <ac:spMk id="4" creationId="{D03F3AA2-6263-014B-DBC0-F5F9A5C9317D}"/>
          </ac:spMkLst>
        </pc:spChg>
        <pc:spChg chg="add del mod">
          <ac:chgData name="Vallabha Deshapande" userId="S::vallabha.deshapande@athenagt.com::b5c944ff-2677-411d-a8ed-95f1b8dd028b" providerId="AD" clId="Web-{6EF926E7-6C72-7B08-EC49-1C8FA391B9AC}" dt="2024-11-01T13:33:49.196" v="206"/>
          <ac:spMkLst>
            <pc:docMk/>
            <pc:sldMk cId="109857222" sldId="256"/>
            <ac:spMk id="5" creationId="{2815E802-43C9-3F5A-7A52-A74B1E362B6D}"/>
          </ac:spMkLst>
        </pc:spChg>
      </pc:sldChg>
      <pc:sldChg chg="del">
        <pc:chgData name="Vallabha Deshapande" userId="S::vallabha.deshapande@athenagt.com::b5c944ff-2677-411d-a8ed-95f1b8dd028b" providerId="AD" clId="Web-{6EF926E7-6C72-7B08-EC49-1C8FA391B9AC}" dt="2024-11-01T13:12:49.994" v="13"/>
        <pc:sldMkLst>
          <pc:docMk/>
          <pc:sldMk cId="858815358" sldId="281"/>
        </pc:sldMkLst>
      </pc:sldChg>
      <pc:sldChg chg="addSp delSp modSp">
        <pc:chgData name="Vallabha Deshapande" userId="S::vallabha.deshapande@athenagt.com::b5c944ff-2677-411d-a8ed-95f1b8dd028b" providerId="AD" clId="Web-{6EF926E7-6C72-7B08-EC49-1C8FA391B9AC}" dt="2024-11-01T13:17:47.533" v="47"/>
        <pc:sldMkLst>
          <pc:docMk/>
          <pc:sldMk cId="74482708" sldId="282"/>
        </pc:sldMkLst>
        <pc:spChg chg="mod">
          <ac:chgData name="Vallabha Deshapande" userId="S::vallabha.deshapande@athenagt.com::b5c944ff-2677-411d-a8ed-95f1b8dd028b" providerId="AD" clId="Web-{6EF926E7-6C72-7B08-EC49-1C8FA391B9AC}" dt="2024-11-01T13:14:04.277" v="16" actId="20577"/>
          <ac:spMkLst>
            <pc:docMk/>
            <pc:sldMk cId="74482708" sldId="282"/>
            <ac:spMk id="2" creationId="{6F7258CB-B978-1C15-1967-5A6113AA0872}"/>
          </ac:spMkLst>
        </pc:spChg>
        <pc:spChg chg="add del mod">
          <ac:chgData name="Vallabha Deshapande" userId="S::vallabha.deshapande@athenagt.com::b5c944ff-2677-411d-a8ed-95f1b8dd028b" providerId="AD" clId="Web-{6EF926E7-6C72-7B08-EC49-1C8FA391B9AC}" dt="2024-11-01T13:12:09.884" v="12"/>
          <ac:spMkLst>
            <pc:docMk/>
            <pc:sldMk cId="74482708" sldId="282"/>
            <ac:spMk id="124" creationId="{59E6CC8D-4134-C6E2-A802-C5B0E505DF99}"/>
          </ac:spMkLst>
        </pc:spChg>
        <pc:graphicFrameChg chg="del modGraphic">
          <ac:chgData name="Vallabha Deshapande" userId="S::vallabha.deshapande@athenagt.com::b5c944ff-2677-411d-a8ed-95f1b8dd028b" providerId="AD" clId="Web-{6EF926E7-6C72-7B08-EC49-1C8FA391B9AC}" dt="2024-11-01T13:11:45.352" v="10"/>
          <ac:graphicFrameMkLst>
            <pc:docMk/>
            <pc:sldMk cId="74482708" sldId="282"/>
            <ac:graphicFrameMk id="5" creationId="{51741342-7819-05FD-E2A5-69A09A6CFE7A}"/>
          </ac:graphicFrameMkLst>
        </pc:graphicFrameChg>
        <pc:graphicFrameChg chg="add del mod modGraphic">
          <ac:chgData name="Vallabha Deshapande" userId="S::vallabha.deshapande@athenagt.com::b5c944ff-2677-411d-a8ed-95f1b8dd028b" providerId="AD" clId="Web-{6EF926E7-6C72-7B08-EC49-1C8FA391B9AC}" dt="2024-11-01T13:17:47.533" v="47"/>
          <ac:graphicFrameMkLst>
            <pc:docMk/>
            <pc:sldMk cId="74482708" sldId="282"/>
            <ac:graphicFrameMk id="62" creationId="{7D3B8ED5-0A63-589E-D3A5-930ECFC0A06E}"/>
          </ac:graphicFrameMkLst>
        </pc:graphicFrameChg>
      </pc:sldChg>
      <pc:sldChg chg="addSp delSp modSp new mod setBg">
        <pc:chgData name="Vallabha Deshapande" userId="S::vallabha.deshapande@athenagt.com::b5c944ff-2677-411d-a8ed-95f1b8dd028b" providerId="AD" clId="Web-{6EF926E7-6C72-7B08-EC49-1C8FA391B9AC}" dt="2024-11-01T13:18:08.315" v="50"/>
        <pc:sldMkLst>
          <pc:docMk/>
          <pc:sldMk cId="397171821" sldId="283"/>
        </pc:sldMkLst>
        <pc:spChg chg="mod">
          <ac:chgData name="Vallabha Deshapande" userId="S::vallabha.deshapande@athenagt.com::b5c944ff-2677-411d-a8ed-95f1b8dd028b" providerId="AD" clId="Web-{6EF926E7-6C72-7B08-EC49-1C8FA391B9AC}" dt="2024-11-01T13:17:18.641" v="45"/>
          <ac:spMkLst>
            <pc:docMk/>
            <pc:sldMk cId="397171821" sldId="283"/>
            <ac:spMk id="2" creationId="{DE54ADE7-9BCA-3A17-CDBB-15815BEBEB81}"/>
          </ac:spMkLst>
        </pc:spChg>
        <pc:spChg chg="add del mod">
          <ac:chgData name="Vallabha Deshapande" userId="S::vallabha.deshapande@athenagt.com::b5c944ff-2677-411d-a8ed-95f1b8dd028b" providerId="AD" clId="Web-{6EF926E7-6C72-7B08-EC49-1C8FA391B9AC}" dt="2024-11-01T13:17:18.641" v="45"/>
          <ac:spMkLst>
            <pc:docMk/>
            <pc:sldMk cId="397171821" sldId="283"/>
            <ac:spMk id="3" creationId="{2FB6B3E8-5F88-B15E-957D-05B7C2687DE5}"/>
          </ac:spMkLst>
        </pc:spChg>
        <pc:spChg chg="add del">
          <ac:chgData name="Vallabha Deshapande" userId="S::vallabha.deshapande@athenagt.com::b5c944ff-2677-411d-a8ed-95f1b8dd028b" providerId="AD" clId="Web-{6EF926E7-6C72-7B08-EC49-1C8FA391B9AC}" dt="2024-11-01T13:17:18.641" v="44"/>
          <ac:spMkLst>
            <pc:docMk/>
            <pc:sldMk cId="397171821" sldId="283"/>
            <ac:spMk id="8" creationId="{907EF6B7-1338-4443-8C46-6A318D952DFD}"/>
          </ac:spMkLst>
        </pc:spChg>
        <pc:spChg chg="add del">
          <ac:chgData name="Vallabha Deshapande" userId="S::vallabha.deshapande@athenagt.com::b5c944ff-2677-411d-a8ed-95f1b8dd028b" providerId="AD" clId="Web-{6EF926E7-6C72-7B08-EC49-1C8FA391B9AC}" dt="2024-11-01T13:17:01.844" v="40"/>
          <ac:spMkLst>
            <pc:docMk/>
            <pc:sldMk cId="397171821" sldId="283"/>
            <ac:spMk id="9" creationId="{BACC6370-2D7E-4714-9D71-7542949D7D5D}"/>
          </ac:spMkLst>
        </pc:spChg>
        <pc:spChg chg="add del">
          <ac:chgData name="Vallabha Deshapande" userId="S::vallabha.deshapande@athenagt.com::b5c944ff-2677-411d-a8ed-95f1b8dd028b" providerId="AD" clId="Web-{6EF926E7-6C72-7B08-EC49-1C8FA391B9AC}" dt="2024-11-01T13:17:18.641" v="44"/>
          <ac:spMkLst>
            <pc:docMk/>
            <pc:sldMk cId="397171821" sldId="283"/>
            <ac:spMk id="10" creationId="{DAAE4CDD-124C-4DCF-9584-B6033B545DD5}"/>
          </ac:spMkLst>
        </pc:spChg>
        <pc:spChg chg="add del">
          <ac:chgData name="Vallabha Deshapande" userId="S::vallabha.deshapande@athenagt.com::b5c944ff-2677-411d-a8ed-95f1b8dd028b" providerId="AD" clId="Web-{6EF926E7-6C72-7B08-EC49-1C8FA391B9AC}" dt="2024-11-01T13:17:01.844" v="40"/>
          <ac:spMkLst>
            <pc:docMk/>
            <pc:sldMk cId="397171821" sldId="283"/>
            <ac:spMk id="11" creationId="{F68B3F68-107C-434F-AA38-110D5EA91B85}"/>
          </ac:spMkLst>
        </pc:spChg>
        <pc:spChg chg="add del">
          <ac:chgData name="Vallabha Deshapande" userId="S::vallabha.deshapande@athenagt.com::b5c944ff-2677-411d-a8ed-95f1b8dd028b" providerId="AD" clId="Web-{6EF926E7-6C72-7B08-EC49-1C8FA391B9AC}" dt="2024-11-01T13:17:18.641" v="44"/>
          <ac:spMkLst>
            <pc:docMk/>
            <pc:sldMk cId="397171821" sldId="283"/>
            <ac:spMk id="12" creationId="{081E4A58-353D-44AE-B2FC-2A74E2E400F7}"/>
          </ac:spMkLst>
        </pc:spChg>
        <pc:spChg chg="add del">
          <ac:chgData name="Vallabha Deshapande" userId="S::vallabha.deshapande@athenagt.com::b5c944ff-2677-411d-a8ed-95f1b8dd028b" providerId="AD" clId="Web-{6EF926E7-6C72-7B08-EC49-1C8FA391B9AC}" dt="2024-11-01T13:17:01.844" v="40"/>
          <ac:spMkLst>
            <pc:docMk/>
            <pc:sldMk cId="397171821" sldId="283"/>
            <ac:spMk id="13" creationId="{AAD0DBB9-1A4B-4391-81D4-CB19F9AB918A}"/>
          </ac:spMkLst>
        </pc:spChg>
        <pc:spChg chg="add">
          <ac:chgData name="Vallabha Deshapande" userId="S::vallabha.deshapande@athenagt.com::b5c944ff-2677-411d-a8ed-95f1b8dd028b" providerId="AD" clId="Web-{6EF926E7-6C72-7B08-EC49-1C8FA391B9AC}" dt="2024-11-01T13:17:18.641" v="45"/>
          <ac:spMkLst>
            <pc:docMk/>
            <pc:sldMk cId="397171821" sldId="283"/>
            <ac:spMk id="14" creationId="{463EEC44-1BA3-44ED-81FC-A644B04B2A44}"/>
          </ac:spMkLst>
        </pc:spChg>
        <pc:spChg chg="add del">
          <ac:chgData name="Vallabha Deshapande" userId="S::vallabha.deshapande@athenagt.com::b5c944ff-2677-411d-a8ed-95f1b8dd028b" providerId="AD" clId="Web-{6EF926E7-6C72-7B08-EC49-1C8FA391B9AC}" dt="2024-11-01T13:17:01.844" v="40"/>
          <ac:spMkLst>
            <pc:docMk/>
            <pc:sldMk cId="397171821" sldId="283"/>
            <ac:spMk id="15" creationId="{063BBA22-50EA-4C4D-BE05-F1CE4E63AA56}"/>
          </ac:spMkLst>
        </pc:spChg>
        <pc:spChg chg="add del">
          <ac:chgData name="Vallabha Deshapande" userId="S::vallabha.deshapande@athenagt.com::b5c944ff-2677-411d-a8ed-95f1b8dd028b" providerId="AD" clId="Web-{6EF926E7-6C72-7B08-EC49-1C8FA391B9AC}" dt="2024-11-01T13:17:18.641" v="44"/>
          <ac:spMkLst>
            <pc:docMk/>
            <pc:sldMk cId="397171821" sldId="283"/>
            <ac:spMk id="19" creationId="{2FB6B3E8-5F88-B15E-957D-05B7C2687DE5}"/>
          </ac:spMkLst>
        </pc:spChg>
        <pc:spChg chg="add">
          <ac:chgData name="Vallabha Deshapande" userId="S::vallabha.deshapande@athenagt.com::b5c944ff-2677-411d-a8ed-95f1b8dd028b" providerId="AD" clId="Web-{6EF926E7-6C72-7B08-EC49-1C8FA391B9AC}" dt="2024-11-01T13:17:18.641" v="45"/>
          <ac:spMkLst>
            <pc:docMk/>
            <pc:sldMk cId="397171821" sldId="283"/>
            <ac:spMk id="21" creationId="{1C799903-48D5-4A31-A1A2-541072D9771E}"/>
          </ac:spMkLst>
        </pc:spChg>
        <pc:spChg chg="add">
          <ac:chgData name="Vallabha Deshapande" userId="S::vallabha.deshapande@athenagt.com::b5c944ff-2677-411d-a8ed-95f1b8dd028b" providerId="AD" clId="Web-{6EF926E7-6C72-7B08-EC49-1C8FA391B9AC}" dt="2024-11-01T13:17:18.641" v="45"/>
          <ac:spMkLst>
            <pc:docMk/>
            <pc:sldMk cId="397171821" sldId="283"/>
            <ac:spMk id="22" creationId="{8EFFF109-FC58-4FD3-BE05-9775A1310F55}"/>
          </ac:spMkLst>
        </pc:spChg>
        <pc:spChg chg="add">
          <ac:chgData name="Vallabha Deshapande" userId="S::vallabha.deshapande@athenagt.com::b5c944ff-2677-411d-a8ed-95f1b8dd028b" providerId="AD" clId="Web-{6EF926E7-6C72-7B08-EC49-1C8FA391B9AC}" dt="2024-11-01T13:17:18.641" v="45"/>
          <ac:spMkLst>
            <pc:docMk/>
            <pc:sldMk cId="397171821" sldId="283"/>
            <ac:spMk id="23" creationId="{E1B96AD6-92A9-4273-A62B-96A1C3E0BA95}"/>
          </ac:spMkLst>
        </pc:spChg>
        <pc:spChg chg="add del">
          <ac:chgData name="Vallabha Deshapande" userId="S::vallabha.deshapande@athenagt.com::b5c944ff-2677-411d-a8ed-95f1b8dd028b" providerId="AD" clId="Web-{6EF926E7-6C72-7B08-EC49-1C8FA391B9AC}" dt="2024-11-01T13:18:08.315" v="50"/>
          <ac:spMkLst>
            <pc:docMk/>
            <pc:sldMk cId="397171821" sldId="283"/>
            <ac:spMk id="24" creationId="{2FB6B3E8-5F88-B15E-957D-05B7C2687DE5}"/>
          </ac:spMkLst>
        </pc:spChg>
        <pc:graphicFrameChg chg="add del">
          <ac:chgData name="Vallabha Deshapande" userId="S::vallabha.deshapande@athenagt.com::b5c944ff-2677-411d-a8ed-95f1b8dd028b" providerId="AD" clId="Web-{6EF926E7-6C72-7B08-EC49-1C8FA391B9AC}" dt="2024-11-01T13:17:01.844" v="40"/>
          <ac:graphicFrameMkLst>
            <pc:docMk/>
            <pc:sldMk cId="397171821" sldId="283"/>
            <ac:graphicFrameMk id="5" creationId="{DF25AD04-7AB6-C74D-7FB6-8DF22097850C}"/>
          </ac:graphicFrameMkLst>
        </pc:graphicFrameChg>
        <pc:graphicFrameChg chg="add del">
          <ac:chgData name="Vallabha Deshapande" userId="S::vallabha.deshapande@athenagt.com::b5c944ff-2677-411d-a8ed-95f1b8dd028b" providerId="AD" clId="Web-{6EF926E7-6C72-7B08-EC49-1C8FA391B9AC}" dt="2024-11-01T13:17:11.313" v="42"/>
          <ac:graphicFrameMkLst>
            <pc:docMk/>
            <pc:sldMk cId="397171821" sldId="283"/>
            <ac:graphicFrameMk id="17" creationId="{2944490C-F60F-DC48-C9E5-1D762CAFE6BA}"/>
          </ac:graphicFrameMkLst>
        </pc:graphicFrameChg>
        <pc:graphicFrameChg chg="add del">
          <ac:chgData name="Vallabha Deshapande" userId="S::vallabha.deshapande@athenagt.com::b5c944ff-2677-411d-a8ed-95f1b8dd028b" providerId="AD" clId="Web-{6EF926E7-6C72-7B08-EC49-1C8FA391B9AC}" dt="2024-11-01T13:18:08.299" v="49"/>
          <ac:graphicFrameMkLst>
            <pc:docMk/>
            <pc:sldMk cId="397171821" sldId="283"/>
            <ac:graphicFrameMk id="26" creationId="{CA40D405-8EE4-F391-AD4B-46543590A8AE}"/>
          </ac:graphicFrameMkLst>
        </pc:graphicFrameChg>
        <pc:graphicFrameChg chg="add">
          <ac:chgData name="Vallabha Deshapande" userId="S::vallabha.deshapande@athenagt.com::b5c944ff-2677-411d-a8ed-95f1b8dd028b" providerId="AD" clId="Web-{6EF926E7-6C72-7B08-EC49-1C8FA391B9AC}" dt="2024-11-01T13:18:08.315" v="50"/>
          <ac:graphicFrameMkLst>
            <pc:docMk/>
            <pc:sldMk cId="397171821" sldId="283"/>
            <ac:graphicFrameMk id="28" creationId="{D032B4DE-089B-DC7E-482B-8D6402D4E795}"/>
          </ac:graphicFrameMkLst>
        </pc:graphicFrameChg>
      </pc:sldChg>
      <pc:sldChg chg="addSp delSp modSp new mod setBg">
        <pc:chgData name="Vallabha Deshapande" userId="S::vallabha.deshapande@athenagt.com::b5c944ff-2677-411d-a8ed-95f1b8dd028b" providerId="AD" clId="Web-{6EF926E7-6C72-7B08-EC49-1C8FA391B9AC}" dt="2024-11-01T13:23:12.103" v="97" actId="14100"/>
        <pc:sldMkLst>
          <pc:docMk/>
          <pc:sldMk cId="1526301863" sldId="284"/>
        </pc:sldMkLst>
        <pc:spChg chg="del">
          <ac:chgData name="Vallabha Deshapande" userId="S::vallabha.deshapande@athenagt.com::b5c944ff-2677-411d-a8ed-95f1b8dd028b" providerId="AD" clId="Web-{6EF926E7-6C72-7B08-EC49-1C8FA391B9AC}" dt="2024-11-01T13:19:27.816" v="54"/>
          <ac:spMkLst>
            <pc:docMk/>
            <pc:sldMk cId="1526301863" sldId="284"/>
            <ac:spMk id="2" creationId="{39238FFE-48B4-3B7D-41D5-529A495A54A4}"/>
          </ac:spMkLst>
        </pc:spChg>
        <pc:spChg chg="add del mod">
          <ac:chgData name="Vallabha Deshapande" userId="S::vallabha.deshapande@athenagt.com::b5c944ff-2677-411d-a8ed-95f1b8dd028b" providerId="AD" clId="Web-{6EF926E7-6C72-7B08-EC49-1C8FA391B9AC}" dt="2024-11-01T13:21:00.991" v="71"/>
          <ac:spMkLst>
            <pc:docMk/>
            <pc:sldMk cId="1526301863" sldId="284"/>
            <ac:spMk id="3" creationId="{677F45F6-9431-8FB5-3E50-668562BD2575}"/>
          </ac:spMkLst>
        </pc:spChg>
        <pc:spChg chg="add del">
          <ac:chgData name="Vallabha Deshapande" userId="S::vallabha.deshapande@athenagt.com::b5c944ff-2677-411d-a8ed-95f1b8dd028b" providerId="AD" clId="Web-{6EF926E7-6C72-7B08-EC49-1C8FA391B9AC}" dt="2024-11-01T13:20:44.662" v="62"/>
          <ac:spMkLst>
            <pc:docMk/>
            <pc:sldMk cId="1526301863" sldId="284"/>
            <ac:spMk id="8" creationId="{DAF1966E-FD40-4A4A-B61B-C4DF7FA05F06}"/>
          </ac:spMkLst>
        </pc:spChg>
        <pc:spChg chg="add del">
          <ac:chgData name="Vallabha Deshapande" userId="S::vallabha.deshapande@athenagt.com::b5c944ff-2677-411d-a8ed-95f1b8dd028b" providerId="AD" clId="Web-{6EF926E7-6C72-7B08-EC49-1C8FA391B9AC}" dt="2024-11-01T13:20:40.990" v="60"/>
          <ac:spMkLst>
            <pc:docMk/>
            <pc:sldMk cId="1526301863" sldId="284"/>
            <ac:spMk id="9" creationId="{BACC6370-2D7E-4714-9D71-7542949D7D5D}"/>
          </ac:spMkLst>
        </pc:spChg>
        <pc:spChg chg="add del">
          <ac:chgData name="Vallabha Deshapande" userId="S::vallabha.deshapande@athenagt.com::b5c944ff-2677-411d-a8ed-95f1b8dd028b" providerId="AD" clId="Web-{6EF926E7-6C72-7B08-EC49-1C8FA391B9AC}" dt="2024-11-01T13:20:44.662" v="62"/>
          <ac:spMkLst>
            <pc:docMk/>
            <pc:sldMk cId="1526301863" sldId="284"/>
            <ac:spMk id="10" creationId="{047BFA19-D45E-416B-A404-7AF2F3F27017}"/>
          </ac:spMkLst>
        </pc:spChg>
        <pc:spChg chg="add del">
          <ac:chgData name="Vallabha Deshapande" userId="S::vallabha.deshapande@athenagt.com::b5c944ff-2677-411d-a8ed-95f1b8dd028b" providerId="AD" clId="Web-{6EF926E7-6C72-7B08-EC49-1C8FA391B9AC}" dt="2024-11-01T13:20:40.990" v="60"/>
          <ac:spMkLst>
            <pc:docMk/>
            <pc:sldMk cId="1526301863" sldId="284"/>
            <ac:spMk id="11" creationId="{F68B3F68-107C-434F-AA38-110D5EA91B85}"/>
          </ac:spMkLst>
        </pc:spChg>
        <pc:spChg chg="add del">
          <ac:chgData name="Vallabha Deshapande" userId="S::vallabha.deshapande@athenagt.com::b5c944ff-2677-411d-a8ed-95f1b8dd028b" providerId="AD" clId="Web-{6EF926E7-6C72-7B08-EC49-1C8FA391B9AC}" dt="2024-11-01T13:20:44.662" v="62"/>
          <ac:spMkLst>
            <pc:docMk/>
            <pc:sldMk cId="1526301863" sldId="284"/>
            <ac:spMk id="12" creationId="{8E0105E7-23DB-4CF2-8258-FF47C7620F6E}"/>
          </ac:spMkLst>
        </pc:spChg>
        <pc:spChg chg="add del">
          <ac:chgData name="Vallabha Deshapande" userId="S::vallabha.deshapande@athenagt.com::b5c944ff-2677-411d-a8ed-95f1b8dd028b" providerId="AD" clId="Web-{6EF926E7-6C72-7B08-EC49-1C8FA391B9AC}" dt="2024-11-01T13:20:40.990" v="60"/>
          <ac:spMkLst>
            <pc:docMk/>
            <pc:sldMk cId="1526301863" sldId="284"/>
            <ac:spMk id="13" creationId="{AAD0DBB9-1A4B-4391-81D4-CB19F9AB918A}"/>
          </ac:spMkLst>
        </pc:spChg>
        <pc:spChg chg="add del">
          <ac:chgData name="Vallabha Deshapande" userId="S::vallabha.deshapande@athenagt.com::b5c944ff-2677-411d-a8ed-95f1b8dd028b" providerId="AD" clId="Web-{6EF926E7-6C72-7B08-EC49-1C8FA391B9AC}" dt="2024-11-01T13:20:44.662" v="62"/>
          <ac:spMkLst>
            <pc:docMk/>
            <pc:sldMk cId="1526301863" sldId="284"/>
            <ac:spMk id="14" creationId="{074B4F7D-14B2-478B-8BF5-01E4E0C5D263}"/>
          </ac:spMkLst>
        </pc:spChg>
        <pc:spChg chg="add del">
          <ac:chgData name="Vallabha Deshapande" userId="S::vallabha.deshapande@athenagt.com::b5c944ff-2677-411d-a8ed-95f1b8dd028b" providerId="AD" clId="Web-{6EF926E7-6C72-7B08-EC49-1C8FA391B9AC}" dt="2024-11-01T13:20:40.990" v="60"/>
          <ac:spMkLst>
            <pc:docMk/>
            <pc:sldMk cId="1526301863" sldId="284"/>
            <ac:spMk id="15" creationId="{063BBA22-50EA-4C4D-BE05-F1CE4E63AA56}"/>
          </ac:spMkLst>
        </pc:spChg>
        <pc:spChg chg="add del">
          <ac:chgData name="Vallabha Deshapande" userId="S::vallabha.deshapande@athenagt.com::b5c944ff-2677-411d-a8ed-95f1b8dd028b" providerId="AD" clId="Web-{6EF926E7-6C72-7B08-EC49-1C8FA391B9AC}" dt="2024-11-01T13:20:49.865" v="66"/>
          <ac:spMkLst>
            <pc:docMk/>
            <pc:sldMk cId="1526301863" sldId="284"/>
            <ac:spMk id="16" creationId="{53E5B1A8-3AC9-4BD1-9BBC-78CA94F2D1BA}"/>
          </ac:spMkLst>
        </pc:spChg>
        <pc:spChg chg="add del">
          <ac:chgData name="Vallabha Deshapande" userId="S::vallabha.deshapande@athenagt.com::b5c944ff-2677-411d-a8ed-95f1b8dd028b" providerId="AD" clId="Web-{6EF926E7-6C72-7B08-EC49-1C8FA391B9AC}" dt="2024-11-01T13:20:44.662" v="62"/>
          <ac:spMkLst>
            <pc:docMk/>
            <pc:sldMk cId="1526301863" sldId="284"/>
            <ac:spMk id="17" creationId="{677F45F6-9431-8FB5-3E50-668562BD2575}"/>
          </ac:spMkLst>
        </pc:spChg>
        <pc:spChg chg="add del">
          <ac:chgData name="Vallabha Deshapande" userId="S::vallabha.deshapande@athenagt.com::b5c944ff-2677-411d-a8ed-95f1b8dd028b" providerId="AD" clId="Web-{6EF926E7-6C72-7B08-EC49-1C8FA391B9AC}" dt="2024-11-01T13:20:47.459" v="64"/>
          <ac:spMkLst>
            <pc:docMk/>
            <pc:sldMk cId="1526301863" sldId="284"/>
            <ac:spMk id="19" creationId="{70DFC902-7D23-471A-B557-B6B6917D7A0D}"/>
          </ac:spMkLst>
        </pc:spChg>
        <pc:spChg chg="add del">
          <ac:chgData name="Vallabha Deshapande" userId="S::vallabha.deshapande@athenagt.com::b5c944ff-2677-411d-a8ed-95f1b8dd028b" providerId="AD" clId="Web-{6EF926E7-6C72-7B08-EC49-1C8FA391B9AC}" dt="2024-11-01T13:20:47.459" v="64"/>
          <ac:spMkLst>
            <pc:docMk/>
            <pc:sldMk cId="1526301863" sldId="284"/>
            <ac:spMk id="20" creationId="{A55D5633-D557-4DCA-982C-FF36EB7A1C00}"/>
          </ac:spMkLst>
        </pc:spChg>
        <pc:spChg chg="add del">
          <ac:chgData name="Vallabha Deshapande" userId="S::vallabha.deshapande@athenagt.com::b5c944ff-2677-411d-a8ed-95f1b8dd028b" providerId="AD" clId="Web-{6EF926E7-6C72-7B08-EC49-1C8FA391B9AC}" dt="2024-11-01T13:20:47.459" v="64"/>
          <ac:spMkLst>
            <pc:docMk/>
            <pc:sldMk cId="1526301863" sldId="284"/>
            <ac:spMk id="21" creationId="{450D3AD2-FA80-415F-A9CE-54D884561CD7}"/>
          </ac:spMkLst>
        </pc:spChg>
        <pc:spChg chg="add del">
          <ac:chgData name="Vallabha Deshapande" userId="S::vallabha.deshapande@athenagt.com::b5c944ff-2677-411d-a8ed-95f1b8dd028b" providerId="AD" clId="Web-{6EF926E7-6C72-7B08-EC49-1C8FA391B9AC}" dt="2024-11-01T13:20:47.459" v="64"/>
          <ac:spMkLst>
            <pc:docMk/>
            <pc:sldMk cId="1526301863" sldId="284"/>
            <ac:spMk id="22" creationId="{677F45F6-9431-8FB5-3E50-668562BD2575}"/>
          </ac:spMkLst>
        </pc:spChg>
        <pc:spChg chg="add del">
          <ac:chgData name="Vallabha Deshapande" userId="S::vallabha.deshapande@athenagt.com::b5c944ff-2677-411d-a8ed-95f1b8dd028b" providerId="AD" clId="Web-{6EF926E7-6C72-7B08-EC49-1C8FA391B9AC}" dt="2024-11-01T13:20:49.865" v="66"/>
          <ac:spMkLst>
            <pc:docMk/>
            <pc:sldMk cId="1526301863" sldId="284"/>
            <ac:spMk id="24" creationId="{1B15ED52-F352-441B-82BF-E0EA34836D08}"/>
          </ac:spMkLst>
        </pc:spChg>
        <pc:spChg chg="add del">
          <ac:chgData name="Vallabha Deshapande" userId="S::vallabha.deshapande@athenagt.com::b5c944ff-2677-411d-a8ed-95f1b8dd028b" providerId="AD" clId="Web-{6EF926E7-6C72-7B08-EC49-1C8FA391B9AC}" dt="2024-11-01T13:20:49.865" v="66"/>
          <ac:spMkLst>
            <pc:docMk/>
            <pc:sldMk cId="1526301863" sldId="284"/>
            <ac:spMk id="25" creationId="{3B2E3793-BFE6-45A2-9B7B-E18844431C99}"/>
          </ac:spMkLst>
        </pc:spChg>
        <pc:spChg chg="add del">
          <ac:chgData name="Vallabha Deshapande" userId="S::vallabha.deshapande@athenagt.com::b5c944ff-2677-411d-a8ed-95f1b8dd028b" providerId="AD" clId="Web-{6EF926E7-6C72-7B08-EC49-1C8FA391B9AC}" dt="2024-11-01T13:20:49.865" v="66"/>
          <ac:spMkLst>
            <pc:docMk/>
            <pc:sldMk cId="1526301863" sldId="284"/>
            <ac:spMk id="26" creationId="{BC4C4868-CB8F-4AF9-9CDB-8108F2C19B67}"/>
          </ac:spMkLst>
        </pc:spChg>
        <pc:spChg chg="add del">
          <ac:chgData name="Vallabha Deshapande" userId="S::vallabha.deshapande@athenagt.com::b5c944ff-2677-411d-a8ed-95f1b8dd028b" providerId="AD" clId="Web-{6EF926E7-6C72-7B08-EC49-1C8FA391B9AC}" dt="2024-11-01T13:20:49.865" v="66"/>
          <ac:spMkLst>
            <pc:docMk/>
            <pc:sldMk cId="1526301863" sldId="284"/>
            <ac:spMk id="27" creationId="{375E0459-6403-40CD-989D-56A4407CA12E}"/>
          </ac:spMkLst>
        </pc:spChg>
        <pc:spChg chg="add del">
          <ac:chgData name="Vallabha Deshapande" userId="S::vallabha.deshapande@athenagt.com::b5c944ff-2677-411d-a8ed-95f1b8dd028b" providerId="AD" clId="Web-{6EF926E7-6C72-7B08-EC49-1C8FA391B9AC}" dt="2024-11-01T13:20:49.865" v="66"/>
          <ac:spMkLst>
            <pc:docMk/>
            <pc:sldMk cId="1526301863" sldId="284"/>
            <ac:spMk id="28" creationId="{677F45F6-9431-8FB5-3E50-668562BD2575}"/>
          </ac:spMkLst>
        </pc:spChg>
        <pc:spChg chg="add del">
          <ac:chgData name="Vallabha Deshapande" userId="S::vallabha.deshapande@athenagt.com::b5c944ff-2677-411d-a8ed-95f1b8dd028b" providerId="AD" clId="Web-{6EF926E7-6C72-7B08-EC49-1C8FA391B9AC}" dt="2024-11-01T13:20:54.537" v="68"/>
          <ac:spMkLst>
            <pc:docMk/>
            <pc:sldMk cId="1526301863" sldId="284"/>
            <ac:spMk id="30" creationId="{B6CDA21F-E7AF-4C75-8395-33F58D5B0E45}"/>
          </ac:spMkLst>
        </pc:spChg>
        <pc:spChg chg="add del">
          <ac:chgData name="Vallabha Deshapande" userId="S::vallabha.deshapande@athenagt.com::b5c944ff-2677-411d-a8ed-95f1b8dd028b" providerId="AD" clId="Web-{6EF926E7-6C72-7B08-EC49-1C8FA391B9AC}" dt="2024-11-01T13:20:54.537" v="68"/>
          <ac:spMkLst>
            <pc:docMk/>
            <pc:sldMk cId="1526301863" sldId="284"/>
            <ac:spMk id="35" creationId="{D5B0017B-2ECA-49AF-B397-DC140825DF8D}"/>
          </ac:spMkLst>
        </pc:spChg>
        <pc:spChg chg="add del">
          <ac:chgData name="Vallabha Deshapande" userId="S::vallabha.deshapande@athenagt.com::b5c944ff-2677-411d-a8ed-95f1b8dd028b" providerId="AD" clId="Web-{6EF926E7-6C72-7B08-EC49-1C8FA391B9AC}" dt="2024-11-01T13:20:54.537" v="68"/>
          <ac:spMkLst>
            <pc:docMk/>
            <pc:sldMk cId="1526301863" sldId="284"/>
            <ac:spMk id="36" creationId="{677F45F6-9431-8FB5-3E50-668562BD2575}"/>
          </ac:spMkLst>
        </pc:spChg>
        <pc:spChg chg="add del">
          <ac:chgData name="Vallabha Deshapande" userId="S::vallabha.deshapande@athenagt.com::b5c944ff-2677-411d-a8ed-95f1b8dd028b" providerId="AD" clId="Web-{6EF926E7-6C72-7B08-EC49-1C8FA391B9AC}" dt="2024-11-01T13:21:00.975" v="70"/>
          <ac:spMkLst>
            <pc:docMk/>
            <pc:sldMk cId="1526301863" sldId="284"/>
            <ac:spMk id="39" creationId="{100EDD19-6802-4EC3-95CE-CFFAB042CFD6}"/>
          </ac:spMkLst>
        </pc:spChg>
        <pc:spChg chg="add del">
          <ac:chgData name="Vallabha Deshapande" userId="S::vallabha.deshapande@athenagt.com::b5c944ff-2677-411d-a8ed-95f1b8dd028b" providerId="AD" clId="Web-{6EF926E7-6C72-7B08-EC49-1C8FA391B9AC}" dt="2024-11-01T13:21:00.975" v="70"/>
          <ac:spMkLst>
            <pc:docMk/>
            <pc:sldMk cId="1526301863" sldId="284"/>
            <ac:spMk id="40" creationId="{DB17E863-922E-4C26-BD64-E8FD41D28661}"/>
          </ac:spMkLst>
        </pc:spChg>
        <pc:spChg chg="add del">
          <ac:chgData name="Vallabha Deshapande" userId="S::vallabha.deshapande@athenagt.com::b5c944ff-2677-411d-a8ed-95f1b8dd028b" providerId="AD" clId="Web-{6EF926E7-6C72-7B08-EC49-1C8FA391B9AC}" dt="2024-11-01T13:21:00.975" v="70"/>
          <ac:spMkLst>
            <pc:docMk/>
            <pc:sldMk cId="1526301863" sldId="284"/>
            <ac:spMk id="41" creationId="{677F45F6-9431-8FB5-3E50-668562BD2575}"/>
          </ac:spMkLst>
        </pc:spChg>
        <pc:spChg chg="add del">
          <ac:chgData name="Vallabha Deshapande" userId="S::vallabha.deshapande@athenagt.com::b5c944ff-2677-411d-a8ed-95f1b8dd028b" providerId="AD" clId="Web-{6EF926E7-6C72-7B08-EC49-1C8FA391B9AC}" dt="2024-11-01T13:21:24.116" v="82"/>
          <ac:spMkLst>
            <pc:docMk/>
            <pc:sldMk cId="1526301863" sldId="284"/>
            <ac:spMk id="43" creationId="{245A9F99-D9B1-4094-A2E2-B90AC1DB7B9C}"/>
          </ac:spMkLst>
        </pc:spChg>
        <pc:spChg chg="add del">
          <ac:chgData name="Vallabha Deshapande" userId="S::vallabha.deshapande@athenagt.com::b5c944ff-2677-411d-a8ed-95f1b8dd028b" providerId="AD" clId="Web-{6EF926E7-6C72-7B08-EC49-1C8FA391B9AC}" dt="2024-11-01T13:21:24.116" v="82"/>
          <ac:spMkLst>
            <pc:docMk/>
            <pc:sldMk cId="1526301863" sldId="284"/>
            <ac:spMk id="44" creationId="{B7FAF607-473A-4A43-A23D-BBFF5C4117BB}"/>
          </ac:spMkLst>
        </pc:spChg>
        <pc:spChg chg="add mod">
          <ac:chgData name="Vallabha Deshapande" userId="S::vallabha.deshapande@athenagt.com::b5c944ff-2677-411d-a8ed-95f1b8dd028b" providerId="AD" clId="Web-{6EF926E7-6C72-7B08-EC49-1C8FA391B9AC}" dt="2024-11-01T13:23:12.103" v="97" actId="14100"/>
          <ac:spMkLst>
            <pc:docMk/>
            <pc:sldMk cId="1526301863" sldId="284"/>
            <ac:spMk id="45" creationId="{677F45F6-9431-8FB5-3E50-668562BD2575}"/>
          </ac:spMkLst>
        </pc:spChg>
        <pc:spChg chg="add del">
          <ac:chgData name="Vallabha Deshapande" userId="S::vallabha.deshapande@athenagt.com::b5c944ff-2677-411d-a8ed-95f1b8dd028b" providerId="AD" clId="Web-{6EF926E7-6C72-7B08-EC49-1C8FA391B9AC}" dt="2024-11-01T13:21:21.679" v="79"/>
          <ac:spMkLst>
            <pc:docMk/>
            <pc:sldMk cId="1526301863" sldId="284"/>
            <ac:spMk id="54" creationId="{4AC6B390-BC59-4F1D-A0EE-D71A92F0A0B2}"/>
          </ac:spMkLst>
        </pc:spChg>
        <pc:spChg chg="add del">
          <ac:chgData name="Vallabha Deshapande" userId="S::vallabha.deshapande@athenagt.com::b5c944ff-2677-411d-a8ed-95f1b8dd028b" providerId="AD" clId="Web-{6EF926E7-6C72-7B08-EC49-1C8FA391B9AC}" dt="2024-11-01T13:21:21.679" v="79"/>
          <ac:spMkLst>
            <pc:docMk/>
            <pc:sldMk cId="1526301863" sldId="284"/>
            <ac:spMk id="56" creationId="{B6C60D79-16F1-4C4B-B7E3-7634E7069CDE}"/>
          </ac:spMkLst>
        </pc:spChg>
        <pc:spChg chg="add del">
          <ac:chgData name="Vallabha Deshapande" userId="S::vallabha.deshapande@athenagt.com::b5c944ff-2677-411d-a8ed-95f1b8dd028b" providerId="AD" clId="Web-{6EF926E7-6C72-7B08-EC49-1C8FA391B9AC}" dt="2024-11-01T13:21:21.679" v="79"/>
          <ac:spMkLst>
            <pc:docMk/>
            <pc:sldMk cId="1526301863" sldId="284"/>
            <ac:spMk id="58" creationId="{426B127E-6498-4C77-9C9D-4553A5113B80}"/>
          </ac:spMkLst>
        </pc:spChg>
        <pc:spChg chg="add del">
          <ac:chgData name="Vallabha Deshapande" userId="S::vallabha.deshapande@athenagt.com::b5c944ff-2677-411d-a8ed-95f1b8dd028b" providerId="AD" clId="Web-{6EF926E7-6C72-7B08-EC49-1C8FA391B9AC}" dt="2024-11-01T13:21:24.116" v="81"/>
          <ac:spMkLst>
            <pc:docMk/>
            <pc:sldMk cId="1526301863" sldId="284"/>
            <ac:spMk id="63" creationId="{B6FACB3C-9069-4791-BC5C-0DB7CD19B853}"/>
          </ac:spMkLst>
        </pc:spChg>
        <pc:spChg chg="add del">
          <ac:chgData name="Vallabha Deshapande" userId="S::vallabha.deshapande@athenagt.com::b5c944ff-2677-411d-a8ed-95f1b8dd028b" providerId="AD" clId="Web-{6EF926E7-6C72-7B08-EC49-1C8FA391B9AC}" dt="2024-11-01T13:21:24.116" v="81"/>
          <ac:spMkLst>
            <pc:docMk/>
            <pc:sldMk cId="1526301863" sldId="284"/>
            <ac:spMk id="64" creationId="{71F2038E-D777-4B76-81DD-DD13EE91B9DD}"/>
          </ac:spMkLst>
        </pc:spChg>
        <pc:spChg chg="add del">
          <ac:chgData name="Vallabha Deshapande" userId="S::vallabha.deshapande@athenagt.com::b5c944ff-2677-411d-a8ed-95f1b8dd028b" providerId="AD" clId="Web-{6EF926E7-6C72-7B08-EC49-1C8FA391B9AC}" dt="2024-11-01T13:22:37.040" v="89"/>
          <ac:spMkLst>
            <pc:docMk/>
            <pc:sldMk cId="1526301863" sldId="284"/>
            <ac:spMk id="67" creationId="{4AC6B390-BC59-4F1D-A0EE-D71A92F0A0B2}"/>
          </ac:spMkLst>
        </pc:spChg>
        <pc:spChg chg="add del">
          <ac:chgData name="Vallabha Deshapande" userId="S::vallabha.deshapande@athenagt.com::b5c944ff-2677-411d-a8ed-95f1b8dd028b" providerId="AD" clId="Web-{6EF926E7-6C72-7B08-EC49-1C8FA391B9AC}" dt="2024-11-01T13:22:37.040" v="89"/>
          <ac:spMkLst>
            <pc:docMk/>
            <pc:sldMk cId="1526301863" sldId="284"/>
            <ac:spMk id="68" creationId="{B6C60D79-16F1-4C4B-B7E3-7634E7069CDE}"/>
          </ac:spMkLst>
        </pc:spChg>
        <pc:spChg chg="add del">
          <ac:chgData name="Vallabha Deshapande" userId="S::vallabha.deshapande@athenagt.com::b5c944ff-2677-411d-a8ed-95f1b8dd028b" providerId="AD" clId="Web-{6EF926E7-6C72-7B08-EC49-1C8FA391B9AC}" dt="2024-11-01T13:22:05.601" v="88"/>
          <ac:spMkLst>
            <pc:docMk/>
            <pc:sldMk cId="1526301863" sldId="284"/>
            <ac:spMk id="69" creationId="{426B127E-6498-4C77-9C9D-4553A5113B80}"/>
          </ac:spMkLst>
        </pc:spChg>
        <pc:spChg chg="add del">
          <ac:chgData name="Vallabha Deshapande" userId="S::vallabha.deshapande@athenagt.com::b5c944ff-2677-411d-a8ed-95f1b8dd028b" providerId="AD" clId="Web-{6EF926E7-6C72-7B08-EC49-1C8FA391B9AC}" dt="2024-11-01T13:22:46.634" v="91"/>
          <ac:spMkLst>
            <pc:docMk/>
            <pc:sldMk cId="1526301863" sldId="284"/>
            <ac:spMk id="73" creationId="{3346177D-ADC4-4968-B747-5CFCD390B5B9}"/>
          </ac:spMkLst>
        </pc:spChg>
        <pc:spChg chg="add del">
          <ac:chgData name="Vallabha Deshapande" userId="S::vallabha.deshapande@athenagt.com::b5c944ff-2677-411d-a8ed-95f1b8dd028b" providerId="AD" clId="Web-{6EF926E7-6C72-7B08-EC49-1C8FA391B9AC}" dt="2024-11-01T13:22:46.634" v="91"/>
          <ac:spMkLst>
            <pc:docMk/>
            <pc:sldMk cId="1526301863" sldId="284"/>
            <ac:spMk id="75" creationId="{0844A943-BF79-4FEA-ABB1-3BD54D236606}"/>
          </ac:spMkLst>
        </pc:spChg>
        <pc:spChg chg="add del">
          <ac:chgData name="Vallabha Deshapande" userId="S::vallabha.deshapande@athenagt.com::b5c944ff-2677-411d-a8ed-95f1b8dd028b" providerId="AD" clId="Web-{6EF926E7-6C72-7B08-EC49-1C8FA391B9AC}" dt="2024-11-01T13:22:46.634" v="91"/>
          <ac:spMkLst>
            <pc:docMk/>
            <pc:sldMk cId="1526301863" sldId="284"/>
            <ac:spMk id="77" creationId="{6437CC72-F4A8-4DC3-AFAB-D22C482C8100}"/>
          </ac:spMkLst>
        </pc:spChg>
        <pc:spChg chg="add">
          <ac:chgData name="Vallabha Deshapande" userId="S::vallabha.deshapande@athenagt.com::b5c944ff-2677-411d-a8ed-95f1b8dd028b" providerId="AD" clId="Web-{6EF926E7-6C72-7B08-EC49-1C8FA391B9AC}" dt="2024-11-01T13:22:46.634" v="91"/>
          <ac:spMkLst>
            <pc:docMk/>
            <pc:sldMk cId="1526301863" sldId="284"/>
            <ac:spMk id="82" creationId="{1CD81A2A-6ED4-4EF4-A14C-912D31E14800}"/>
          </ac:spMkLst>
        </pc:spChg>
        <pc:spChg chg="add">
          <ac:chgData name="Vallabha Deshapande" userId="S::vallabha.deshapande@athenagt.com::b5c944ff-2677-411d-a8ed-95f1b8dd028b" providerId="AD" clId="Web-{6EF926E7-6C72-7B08-EC49-1C8FA391B9AC}" dt="2024-11-01T13:22:46.634" v="91"/>
          <ac:spMkLst>
            <pc:docMk/>
            <pc:sldMk cId="1526301863" sldId="284"/>
            <ac:spMk id="84" creationId="{1661932C-CA15-4E17-B115-FAE7CBEE4789}"/>
          </ac:spMkLst>
        </pc:spChg>
        <pc:spChg chg="add">
          <ac:chgData name="Vallabha Deshapande" userId="S::vallabha.deshapande@athenagt.com::b5c944ff-2677-411d-a8ed-95f1b8dd028b" providerId="AD" clId="Web-{6EF926E7-6C72-7B08-EC49-1C8FA391B9AC}" dt="2024-11-01T13:22:46.634" v="91"/>
          <ac:spMkLst>
            <pc:docMk/>
            <pc:sldMk cId="1526301863" sldId="284"/>
            <ac:spMk id="86" creationId="{8590ADD5-9383-4D3D-9047-3DA2593CCB5D}"/>
          </ac:spMkLst>
        </pc:spChg>
        <pc:spChg chg="add">
          <ac:chgData name="Vallabha Deshapande" userId="S::vallabha.deshapande@athenagt.com::b5c944ff-2677-411d-a8ed-95f1b8dd028b" providerId="AD" clId="Web-{6EF926E7-6C72-7B08-EC49-1C8FA391B9AC}" dt="2024-11-01T13:22:46.634" v="91"/>
          <ac:spMkLst>
            <pc:docMk/>
            <pc:sldMk cId="1526301863" sldId="284"/>
            <ac:spMk id="88" creationId="{DABE3E45-88CF-45D8-8D40-C773324D93F6}"/>
          </ac:spMkLst>
        </pc:spChg>
        <pc:spChg chg="add">
          <ac:chgData name="Vallabha Deshapande" userId="S::vallabha.deshapande@athenagt.com::b5c944ff-2677-411d-a8ed-95f1b8dd028b" providerId="AD" clId="Web-{6EF926E7-6C72-7B08-EC49-1C8FA391B9AC}" dt="2024-11-01T13:22:46.634" v="91"/>
          <ac:spMkLst>
            <pc:docMk/>
            <pc:sldMk cId="1526301863" sldId="284"/>
            <ac:spMk id="92" creationId="{B91ECDA9-56DC-4270-8F33-01C5637B8CEB}"/>
          </ac:spMkLst>
        </pc:spChg>
        <pc:spChg chg="add">
          <ac:chgData name="Vallabha Deshapande" userId="S::vallabha.deshapande@athenagt.com::b5c944ff-2677-411d-a8ed-95f1b8dd028b" providerId="AD" clId="Web-{6EF926E7-6C72-7B08-EC49-1C8FA391B9AC}" dt="2024-11-01T13:22:46.634" v="91"/>
          <ac:spMkLst>
            <pc:docMk/>
            <pc:sldMk cId="1526301863" sldId="284"/>
            <ac:spMk id="94" creationId="{75F47824-961D-465D-84F9-EAE11BC6173B}"/>
          </ac:spMkLst>
        </pc:spChg>
        <pc:spChg chg="add">
          <ac:chgData name="Vallabha Deshapande" userId="S::vallabha.deshapande@athenagt.com::b5c944ff-2677-411d-a8ed-95f1b8dd028b" providerId="AD" clId="Web-{6EF926E7-6C72-7B08-EC49-1C8FA391B9AC}" dt="2024-11-01T13:22:46.634" v="91"/>
          <ac:spMkLst>
            <pc:docMk/>
            <pc:sldMk cId="1526301863" sldId="284"/>
            <ac:spMk id="96" creationId="{FEC9DA3E-C1D7-472D-B7C0-F71AE41FBA23}"/>
          </ac:spMkLst>
        </pc:spChg>
        <pc:grpChg chg="add del">
          <ac:chgData name="Vallabha Deshapande" userId="S::vallabha.deshapande@athenagt.com::b5c944ff-2677-411d-a8ed-95f1b8dd028b" providerId="AD" clId="Web-{6EF926E7-6C72-7B08-EC49-1C8FA391B9AC}" dt="2024-11-01T13:20:54.537" v="68"/>
          <ac:grpSpMkLst>
            <pc:docMk/>
            <pc:sldMk cId="1526301863" sldId="284"/>
            <ac:grpSpMk id="31" creationId="{AE1C45F0-260A-458C-96ED-C1F6D2151219}"/>
          </ac:grpSpMkLst>
        </pc:grpChg>
        <pc:grpChg chg="add del">
          <ac:chgData name="Vallabha Deshapande" userId="S::vallabha.deshapande@athenagt.com::b5c944ff-2677-411d-a8ed-95f1b8dd028b" providerId="AD" clId="Web-{6EF926E7-6C72-7B08-EC49-1C8FA391B9AC}" dt="2024-11-01T13:21:24.116" v="82"/>
          <ac:grpSpMkLst>
            <pc:docMk/>
            <pc:sldMk cId="1526301863" sldId="284"/>
            <ac:grpSpMk id="46" creationId="{C5F6476F-D303-44D3-B30F-1BA348F0F64A}"/>
          </ac:grpSpMkLst>
        </pc:grpChg>
        <pc:grpChg chg="add del">
          <ac:chgData name="Vallabha Deshapande" userId="S::vallabha.deshapande@athenagt.com::b5c944ff-2677-411d-a8ed-95f1b8dd028b" providerId="AD" clId="Web-{6EF926E7-6C72-7B08-EC49-1C8FA391B9AC}" dt="2024-11-01T13:21:24.116" v="81"/>
          <ac:grpSpMkLst>
            <pc:docMk/>
            <pc:sldMk cId="1526301863" sldId="284"/>
            <ac:grpSpMk id="65" creationId="{DD354807-230F-4402-B1B9-F733A8F1F190}"/>
          </ac:grpSpMkLst>
        </pc:grpChg>
        <pc:graphicFrameChg chg="add del">
          <ac:chgData name="Vallabha Deshapande" userId="S::vallabha.deshapande@athenagt.com::b5c944ff-2677-411d-a8ed-95f1b8dd028b" providerId="AD" clId="Web-{6EF926E7-6C72-7B08-EC49-1C8FA391B9AC}" dt="2024-11-01T13:20:40.990" v="60"/>
          <ac:graphicFrameMkLst>
            <pc:docMk/>
            <pc:sldMk cId="1526301863" sldId="284"/>
            <ac:graphicFrameMk id="5" creationId="{727C3C26-2481-1A61-A531-91185D43206F}"/>
          </ac:graphicFrameMkLst>
        </pc:graphicFrameChg>
        <pc:picChg chg="add mod ord">
          <ac:chgData name="Vallabha Deshapande" userId="S::vallabha.deshapande@athenagt.com::b5c944ff-2677-411d-a8ed-95f1b8dd028b" providerId="AD" clId="Web-{6EF926E7-6C72-7B08-EC49-1C8FA391B9AC}" dt="2024-11-01T13:22:46.634" v="91"/>
          <ac:picMkLst>
            <pc:docMk/>
            <pc:sldMk cId="1526301863" sldId="284"/>
            <ac:picMk id="7" creationId="{06D75564-3327-D9C0-B3CB-39FA57BE9F18}"/>
          </ac:picMkLst>
        </pc:picChg>
        <pc:cxnChg chg="add del">
          <ac:chgData name="Vallabha Deshapande" userId="S::vallabha.deshapande@athenagt.com::b5c944ff-2677-411d-a8ed-95f1b8dd028b" providerId="AD" clId="Web-{6EF926E7-6C72-7B08-EC49-1C8FA391B9AC}" dt="2024-11-01T13:20:54.537" v="68"/>
          <ac:cxnSpMkLst>
            <pc:docMk/>
            <pc:sldMk cId="1526301863" sldId="284"/>
            <ac:cxnSpMk id="37" creationId="{6CF1BAF6-AD41-4082-B212-8A1F9A2E8779}"/>
          </ac:cxnSpMkLst>
        </pc:cxnChg>
        <pc:cxnChg chg="add">
          <ac:chgData name="Vallabha Deshapande" userId="S::vallabha.deshapande@athenagt.com::b5c944ff-2677-411d-a8ed-95f1b8dd028b" providerId="AD" clId="Web-{6EF926E7-6C72-7B08-EC49-1C8FA391B9AC}" dt="2024-11-01T13:22:46.634" v="91"/>
          <ac:cxnSpMkLst>
            <pc:docMk/>
            <pc:sldMk cId="1526301863" sldId="284"/>
            <ac:cxnSpMk id="90" creationId="{49CD1692-827B-4C8D-B4A1-134FD04CF45C}"/>
          </ac:cxnSpMkLst>
        </pc:cxnChg>
      </pc:sldChg>
      <pc:sldChg chg="addSp delSp modSp new mod setBg">
        <pc:chgData name="Vallabha Deshapande" userId="S::vallabha.deshapande@athenagt.com::b5c944ff-2677-411d-a8ed-95f1b8dd028b" providerId="AD" clId="Web-{6EF926E7-6C72-7B08-EC49-1C8FA391B9AC}" dt="2024-11-01T13:24:14.870" v="106"/>
        <pc:sldMkLst>
          <pc:docMk/>
          <pc:sldMk cId="2854219780" sldId="285"/>
        </pc:sldMkLst>
        <pc:spChg chg="mod">
          <ac:chgData name="Vallabha Deshapande" userId="S::vallabha.deshapande@athenagt.com::b5c944ff-2677-411d-a8ed-95f1b8dd028b" providerId="AD" clId="Web-{6EF926E7-6C72-7B08-EC49-1C8FA391B9AC}" dt="2024-11-01T13:24:14.870" v="106"/>
          <ac:spMkLst>
            <pc:docMk/>
            <pc:sldMk cId="2854219780" sldId="285"/>
            <ac:spMk id="2" creationId="{1127BE20-6D73-84F4-5687-7A59AA195BAA}"/>
          </ac:spMkLst>
        </pc:spChg>
        <pc:spChg chg="mod">
          <ac:chgData name="Vallabha Deshapande" userId="S::vallabha.deshapande@athenagt.com::b5c944ff-2677-411d-a8ed-95f1b8dd028b" providerId="AD" clId="Web-{6EF926E7-6C72-7B08-EC49-1C8FA391B9AC}" dt="2024-11-01T13:24:14.870" v="106"/>
          <ac:spMkLst>
            <pc:docMk/>
            <pc:sldMk cId="2854219780" sldId="285"/>
            <ac:spMk id="3" creationId="{1B4E2DF5-3060-7DB1-9DD6-E2922A436B81}"/>
          </ac:spMkLst>
        </pc:spChg>
        <pc:spChg chg="add del">
          <ac:chgData name="Vallabha Deshapande" userId="S::vallabha.deshapande@athenagt.com::b5c944ff-2677-411d-a8ed-95f1b8dd028b" providerId="AD" clId="Web-{6EF926E7-6C72-7B08-EC49-1C8FA391B9AC}" dt="2024-11-01T13:24:14.855" v="105"/>
          <ac:spMkLst>
            <pc:docMk/>
            <pc:sldMk cId="2854219780" sldId="285"/>
            <ac:spMk id="10" creationId="{1CD81A2A-6ED4-4EF4-A14C-912D31E14800}"/>
          </ac:spMkLst>
        </pc:spChg>
        <pc:spChg chg="add del">
          <ac:chgData name="Vallabha Deshapande" userId="S::vallabha.deshapande@athenagt.com::b5c944ff-2677-411d-a8ed-95f1b8dd028b" providerId="AD" clId="Web-{6EF926E7-6C72-7B08-EC49-1C8FA391B9AC}" dt="2024-11-01T13:24:14.855" v="105"/>
          <ac:spMkLst>
            <pc:docMk/>
            <pc:sldMk cId="2854219780" sldId="285"/>
            <ac:spMk id="12" creationId="{1661932C-CA15-4E17-B115-FAE7CBEE4789}"/>
          </ac:spMkLst>
        </pc:spChg>
        <pc:spChg chg="add del">
          <ac:chgData name="Vallabha Deshapande" userId="S::vallabha.deshapande@athenagt.com::b5c944ff-2677-411d-a8ed-95f1b8dd028b" providerId="AD" clId="Web-{6EF926E7-6C72-7B08-EC49-1C8FA391B9AC}" dt="2024-11-01T13:24:14.855" v="105"/>
          <ac:spMkLst>
            <pc:docMk/>
            <pc:sldMk cId="2854219780" sldId="285"/>
            <ac:spMk id="14" creationId="{8590ADD5-9383-4D3D-9047-3DA2593CCB5D}"/>
          </ac:spMkLst>
        </pc:spChg>
        <pc:spChg chg="add del">
          <ac:chgData name="Vallabha Deshapande" userId="S::vallabha.deshapande@athenagt.com::b5c944ff-2677-411d-a8ed-95f1b8dd028b" providerId="AD" clId="Web-{6EF926E7-6C72-7B08-EC49-1C8FA391B9AC}" dt="2024-11-01T13:24:14.855" v="105"/>
          <ac:spMkLst>
            <pc:docMk/>
            <pc:sldMk cId="2854219780" sldId="285"/>
            <ac:spMk id="16" creationId="{DABE3E45-88CF-45D8-8D40-C773324D93F6}"/>
          </ac:spMkLst>
        </pc:spChg>
        <pc:spChg chg="add del">
          <ac:chgData name="Vallabha Deshapande" userId="S::vallabha.deshapande@athenagt.com::b5c944ff-2677-411d-a8ed-95f1b8dd028b" providerId="AD" clId="Web-{6EF926E7-6C72-7B08-EC49-1C8FA391B9AC}" dt="2024-11-01T13:24:14.855" v="105"/>
          <ac:spMkLst>
            <pc:docMk/>
            <pc:sldMk cId="2854219780" sldId="285"/>
            <ac:spMk id="20" creationId="{B91ECDA9-56DC-4270-8F33-01C5637B8CEB}"/>
          </ac:spMkLst>
        </pc:spChg>
        <pc:spChg chg="add del">
          <ac:chgData name="Vallabha Deshapande" userId="S::vallabha.deshapande@athenagt.com::b5c944ff-2677-411d-a8ed-95f1b8dd028b" providerId="AD" clId="Web-{6EF926E7-6C72-7B08-EC49-1C8FA391B9AC}" dt="2024-11-01T13:24:14.855" v="105"/>
          <ac:spMkLst>
            <pc:docMk/>
            <pc:sldMk cId="2854219780" sldId="285"/>
            <ac:spMk id="22" creationId="{75F47824-961D-465D-84F9-EAE11BC6173B}"/>
          </ac:spMkLst>
        </pc:spChg>
        <pc:spChg chg="add del">
          <ac:chgData name="Vallabha Deshapande" userId="S::vallabha.deshapande@athenagt.com::b5c944ff-2677-411d-a8ed-95f1b8dd028b" providerId="AD" clId="Web-{6EF926E7-6C72-7B08-EC49-1C8FA391B9AC}" dt="2024-11-01T13:24:14.855" v="105"/>
          <ac:spMkLst>
            <pc:docMk/>
            <pc:sldMk cId="2854219780" sldId="285"/>
            <ac:spMk id="24" creationId="{FEC9DA3E-C1D7-472D-B7C0-F71AE41FBA23}"/>
          </ac:spMkLst>
        </pc:spChg>
        <pc:spChg chg="add">
          <ac:chgData name="Vallabha Deshapande" userId="S::vallabha.deshapande@athenagt.com::b5c944ff-2677-411d-a8ed-95f1b8dd028b" providerId="AD" clId="Web-{6EF926E7-6C72-7B08-EC49-1C8FA391B9AC}" dt="2024-11-01T13:24:14.870" v="106"/>
          <ac:spMkLst>
            <pc:docMk/>
            <pc:sldMk cId="2854219780" sldId="285"/>
            <ac:spMk id="26" creationId="{1CD81A2A-6ED4-4EF4-A14C-912D31E14800}"/>
          </ac:spMkLst>
        </pc:spChg>
        <pc:spChg chg="add">
          <ac:chgData name="Vallabha Deshapande" userId="S::vallabha.deshapande@athenagt.com::b5c944ff-2677-411d-a8ed-95f1b8dd028b" providerId="AD" clId="Web-{6EF926E7-6C72-7B08-EC49-1C8FA391B9AC}" dt="2024-11-01T13:24:14.870" v="106"/>
          <ac:spMkLst>
            <pc:docMk/>
            <pc:sldMk cId="2854219780" sldId="285"/>
            <ac:spMk id="27" creationId="{1661932C-CA15-4E17-B115-FAE7CBEE4789}"/>
          </ac:spMkLst>
        </pc:spChg>
        <pc:spChg chg="add">
          <ac:chgData name="Vallabha Deshapande" userId="S::vallabha.deshapande@athenagt.com::b5c944ff-2677-411d-a8ed-95f1b8dd028b" providerId="AD" clId="Web-{6EF926E7-6C72-7B08-EC49-1C8FA391B9AC}" dt="2024-11-01T13:24:14.870" v="106"/>
          <ac:spMkLst>
            <pc:docMk/>
            <pc:sldMk cId="2854219780" sldId="285"/>
            <ac:spMk id="28" creationId="{8590ADD5-9383-4D3D-9047-3DA2593CCB5D}"/>
          </ac:spMkLst>
        </pc:spChg>
        <pc:spChg chg="add">
          <ac:chgData name="Vallabha Deshapande" userId="S::vallabha.deshapande@athenagt.com::b5c944ff-2677-411d-a8ed-95f1b8dd028b" providerId="AD" clId="Web-{6EF926E7-6C72-7B08-EC49-1C8FA391B9AC}" dt="2024-11-01T13:24:14.870" v="106"/>
          <ac:spMkLst>
            <pc:docMk/>
            <pc:sldMk cId="2854219780" sldId="285"/>
            <ac:spMk id="30" creationId="{DABE3E45-88CF-45D8-8D40-C773324D93F6}"/>
          </ac:spMkLst>
        </pc:spChg>
        <pc:spChg chg="add">
          <ac:chgData name="Vallabha Deshapande" userId="S::vallabha.deshapande@athenagt.com::b5c944ff-2677-411d-a8ed-95f1b8dd028b" providerId="AD" clId="Web-{6EF926E7-6C72-7B08-EC49-1C8FA391B9AC}" dt="2024-11-01T13:24:14.870" v="106"/>
          <ac:spMkLst>
            <pc:docMk/>
            <pc:sldMk cId="2854219780" sldId="285"/>
            <ac:spMk id="32" creationId="{B91ECDA9-56DC-4270-8F33-01C5637B8CEB}"/>
          </ac:spMkLst>
        </pc:spChg>
        <pc:spChg chg="add">
          <ac:chgData name="Vallabha Deshapande" userId="S::vallabha.deshapande@athenagt.com::b5c944ff-2677-411d-a8ed-95f1b8dd028b" providerId="AD" clId="Web-{6EF926E7-6C72-7B08-EC49-1C8FA391B9AC}" dt="2024-11-01T13:24:14.870" v="106"/>
          <ac:spMkLst>
            <pc:docMk/>
            <pc:sldMk cId="2854219780" sldId="285"/>
            <ac:spMk id="33" creationId="{75F47824-961D-465D-84F9-EAE11BC6173B}"/>
          </ac:spMkLst>
        </pc:spChg>
        <pc:spChg chg="add">
          <ac:chgData name="Vallabha Deshapande" userId="S::vallabha.deshapande@athenagt.com::b5c944ff-2677-411d-a8ed-95f1b8dd028b" providerId="AD" clId="Web-{6EF926E7-6C72-7B08-EC49-1C8FA391B9AC}" dt="2024-11-01T13:24:14.870" v="106"/>
          <ac:spMkLst>
            <pc:docMk/>
            <pc:sldMk cId="2854219780" sldId="285"/>
            <ac:spMk id="34" creationId="{FEC9DA3E-C1D7-472D-B7C0-F71AE41FBA23}"/>
          </ac:spMkLst>
        </pc:spChg>
        <pc:picChg chg="add del">
          <ac:chgData name="Vallabha Deshapande" userId="S::vallabha.deshapande@athenagt.com::b5c944ff-2677-411d-a8ed-95f1b8dd028b" providerId="AD" clId="Web-{6EF926E7-6C72-7B08-EC49-1C8FA391B9AC}" dt="2024-11-01T13:24:14.855" v="105"/>
          <ac:picMkLst>
            <pc:docMk/>
            <pc:sldMk cId="2854219780" sldId="285"/>
            <ac:picMk id="7" creationId="{3D673A21-597A-0F95-19EF-3E35F0C420AD}"/>
          </ac:picMkLst>
        </pc:picChg>
        <pc:picChg chg="add">
          <ac:chgData name="Vallabha Deshapande" userId="S::vallabha.deshapande@athenagt.com::b5c944ff-2677-411d-a8ed-95f1b8dd028b" providerId="AD" clId="Web-{6EF926E7-6C72-7B08-EC49-1C8FA391B9AC}" dt="2024-11-01T13:24:14.870" v="106"/>
          <ac:picMkLst>
            <pc:docMk/>
            <pc:sldMk cId="2854219780" sldId="285"/>
            <ac:picMk id="29" creationId="{98564AF7-4891-4E3E-9C45-7E586F971FEB}"/>
          </ac:picMkLst>
        </pc:picChg>
        <pc:cxnChg chg="add del">
          <ac:chgData name="Vallabha Deshapande" userId="S::vallabha.deshapande@athenagt.com::b5c944ff-2677-411d-a8ed-95f1b8dd028b" providerId="AD" clId="Web-{6EF926E7-6C72-7B08-EC49-1C8FA391B9AC}" dt="2024-11-01T13:24:14.855" v="105"/>
          <ac:cxnSpMkLst>
            <pc:docMk/>
            <pc:sldMk cId="2854219780" sldId="285"/>
            <ac:cxnSpMk id="18" creationId="{49CD1692-827B-4C8D-B4A1-134FD04CF45C}"/>
          </ac:cxnSpMkLst>
        </pc:cxnChg>
        <pc:cxnChg chg="add">
          <ac:chgData name="Vallabha Deshapande" userId="S::vallabha.deshapande@athenagt.com::b5c944ff-2677-411d-a8ed-95f1b8dd028b" providerId="AD" clId="Web-{6EF926E7-6C72-7B08-EC49-1C8FA391B9AC}" dt="2024-11-01T13:24:14.870" v="106"/>
          <ac:cxnSpMkLst>
            <pc:docMk/>
            <pc:sldMk cId="2854219780" sldId="285"/>
            <ac:cxnSpMk id="31" creationId="{49CD1692-827B-4C8D-B4A1-134FD04CF45C}"/>
          </ac:cxnSpMkLst>
        </pc:cxnChg>
      </pc:sldChg>
      <pc:sldChg chg="addSp modSp new mod setBg">
        <pc:chgData name="Vallabha Deshapande" userId="S::vallabha.deshapande@athenagt.com::b5c944ff-2677-411d-a8ed-95f1b8dd028b" providerId="AD" clId="Web-{6EF926E7-6C72-7B08-EC49-1C8FA391B9AC}" dt="2024-11-01T13:27:13.656" v="131" actId="20577"/>
        <pc:sldMkLst>
          <pc:docMk/>
          <pc:sldMk cId="2131356434" sldId="286"/>
        </pc:sldMkLst>
        <pc:spChg chg="mod">
          <ac:chgData name="Vallabha Deshapande" userId="S::vallabha.deshapande@athenagt.com::b5c944ff-2677-411d-a8ed-95f1b8dd028b" providerId="AD" clId="Web-{6EF926E7-6C72-7B08-EC49-1C8FA391B9AC}" dt="2024-11-01T13:26:36.983" v="127"/>
          <ac:spMkLst>
            <pc:docMk/>
            <pc:sldMk cId="2131356434" sldId="286"/>
            <ac:spMk id="2" creationId="{886C6C8F-7E7C-CA7B-5079-89C377401D12}"/>
          </ac:spMkLst>
        </pc:spChg>
        <pc:spChg chg="mod">
          <ac:chgData name="Vallabha Deshapande" userId="S::vallabha.deshapande@athenagt.com::b5c944ff-2677-411d-a8ed-95f1b8dd028b" providerId="AD" clId="Web-{6EF926E7-6C72-7B08-EC49-1C8FA391B9AC}" dt="2024-11-01T13:27:13.656" v="131" actId="20577"/>
          <ac:spMkLst>
            <pc:docMk/>
            <pc:sldMk cId="2131356434" sldId="286"/>
            <ac:spMk id="3" creationId="{C78A2CCA-0881-2C5B-65C5-F8036CF08784}"/>
          </ac:spMkLst>
        </pc:spChg>
        <pc:spChg chg="add">
          <ac:chgData name="Vallabha Deshapande" userId="S::vallabha.deshapande@athenagt.com::b5c944ff-2677-411d-a8ed-95f1b8dd028b" providerId="AD" clId="Web-{6EF926E7-6C72-7B08-EC49-1C8FA391B9AC}" dt="2024-11-01T13:26:36.983" v="127"/>
          <ac:spMkLst>
            <pc:docMk/>
            <pc:sldMk cId="2131356434" sldId="286"/>
            <ac:spMk id="10" creationId="{1CD81A2A-6ED4-4EF4-A14C-912D31E14800}"/>
          </ac:spMkLst>
        </pc:spChg>
        <pc:spChg chg="add">
          <ac:chgData name="Vallabha Deshapande" userId="S::vallabha.deshapande@athenagt.com::b5c944ff-2677-411d-a8ed-95f1b8dd028b" providerId="AD" clId="Web-{6EF926E7-6C72-7B08-EC49-1C8FA391B9AC}" dt="2024-11-01T13:26:36.983" v="127"/>
          <ac:spMkLst>
            <pc:docMk/>
            <pc:sldMk cId="2131356434" sldId="286"/>
            <ac:spMk id="12" creationId="{1661932C-CA15-4E17-B115-FAE7CBEE4789}"/>
          </ac:spMkLst>
        </pc:spChg>
        <pc:spChg chg="add">
          <ac:chgData name="Vallabha Deshapande" userId="S::vallabha.deshapande@athenagt.com::b5c944ff-2677-411d-a8ed-95f1b8dd028b" providerId="AD" clId="Web-{6EF926E7-6C72-7B08-EC49-1C8FA391B9AC}" dt="2024-11-01T13:26:36.983" v="127"/>
          <ac:spMkLst>
            <pc:docMk/>
            <pc:sldMk cId="2131356434" sldId="286"/>
            <ac:spMk id="14" creationId="{8590ADD5-9383-4D3D-9047-3DA2593CCB5D}"/>
          </ac:spMkLst>
        </pc:spChg>
        <pc:spChg chg="add">
          <ac:chgData name="Vallabha Deshapande" userId="S::vallabha.deshapande@athenagt.com::b5c944ff-2677-411d-a8ed-95f1b8dd028b" providerId="AD" clId="Web-{6EF926E7-6C72-7B08-EC49-1C8FA391B9AC}" dt="2024-11-01T13:26:36.983" v="127"/>
          <ac:spMkLst>
            <pc:docMk/>
            <pc:sldMk cId="2131356434" sldId="286"/>
            <ac:spMk id="16" creationId="{DABE3E45-88CF-45D8-8D40-C773324D93F6}"/>
          </ac:spMkLst>
        </pc:spChg>
        <pc:spChg chg="add">
          <ac:chgData name="Vallabha Deshapande" userId="S::vallabha.deshapande@athenagt.com::b5c944ff-2677-411d-a8ed-95f1b8dd028b" providerId="AD" clId="Web-{6EF926E7-6C72-7B08-EC49-1C8FA391B9AC}" dt="2024-11-01T13:26:36.983" v="127"/>
          <ac:spMkLst>
            <pc:docMk/>
            <pc:sldMk cId="2131356434" sldId="286"/>
            <ac:spMk id="20" creationId="{B91ECDA9-56DC-4270-8F33-01C5637B8CEB}"/>
          </ac:spMkLst>
        </pc:spChg>
        <pc:spChg chg="add">
          <ac:chgData name="Vallabha Deshapande" userId="S::vallabha.deshapande@athenagt.com::b5c944ff-2677-411d-a8ed-95f1b8dd028b" providerId="AD" clId="Web-{6EF926E7-6C72-7B08-EC49-1C8FA391B9AC}" dt="2024-11-01T13:26:36.983" v="127"/>
          <ac:spMkLst>
            <pc:docMk/>
            <pc:sldMk cId="2131356434" sldId="286"/>
            <ac:spMk id="22" creationId="{75F47824-961D-465D-84F9-EAE11BC6173B}"/>
          </ac:spMkLst>
        </pc:spChg>
        <pc:spChg chg="add">
          <ac:chgData name="Vallabha Deshapande" userId="S::vallabha.deshapande@athenagt.com::b5c944ff-2677-411d-a8ed-95f1b8dd028b" providerId="AD" clId="Web-{6EF926E7-6C72-7B08-EC49-1C8FA391B9AC}" dt="2024-11-01T13:26:36.983" v="127"/>
          <ac:spMkLst>
            <pc:docMk/>
            <pc:sldMk cId="2131356434" sldId="286"/>
            <ac:spMk id="24" creationId="{FEC9DA3E-C1D7-472D-B7C0-F71AE41FBA23}"/>
          </ac:spMkLst>
        </pc:spChg>
        <pc:picChg chg="add">
          <ac:chgData name="Vallabha Deshapande" userId="S::vallabha.deshapande@athenagt.com::b5c944ff-2677-411d-a8ed-95f1b8dd028b" providerId="AD" clId="Web-{6EF926E7-6C72-7B08-EC49-1C8FA391B9AC}" dt="2024-11-01T13:26:36.983" v="127"/>
          <ac:picMkLst>
            <pc:docMk/>
            <pc:sldMk cId="2131356434" sldId="286"/>
            <ac:picMk id="7" creationId="{B820C3D2-D959-DE80-A741-6DA5D462CCDD}"/>
          </ac:picMkLst>
        </pc:picChg>
        <pc:cxnChg chg="add">
          <ac:chgData name="Vallabha Deshapande" userId="S::vallabha.deshapande@athenagt.com::b5c944ff-2677-411d-a8ed-95f1b8dd028b" providerId="AD" clId="Web-{6EF926E7-6C72-7B08-EC49-1C8FA391B9AC}" dt="2024-11-01T13:26:36.983" v="127"/>
          <ac:cxnSpMkLst>
            <pc:docMk/>
            <pc:sldMk cId="2131356434" sldId="286"/>
            <ac:cxnSpMk id="18" creationId="{49CD1692-827B-4C8D-B4A1-134FD04CF45C}"/>
          </ac:cxnSpMkLst>
        </pc:cxnChg>
      </pc:sldChg>
      <pc:sldChg chg="new del">
        <pc:chgData name="Vallabha Deshapande" userId="S::vallabha.deshapande@athenagt.com::b5c944ff-2677-411d-a8ed-95f1b8dd028b" providerId="AD" clId="Web-{6EF926E7-6C72-7B08-EC49-1C8FA391B9AC}" dt="2024-11-01T13:25:02.559" v="108"/>
        <pc:sldMkLst>
          <pc:docMk/>
          <pc:sldMk cId="2611940286" sldId="286"/>
        </pc:sldMkLst>
      </pc:sldChg>
      <pc:sldChg chg="addSp modSp new mod setBg">
        <pc:chgData name="Vallabha Deshapande" userId="S::vallabha.deshapande@athenagt.com::b5c944ff-2677-411d-a8ed-95f1b8dd028b" providerId="AD" clId="Web-{6EF926E7-6C72-7B08-EC49-1C8FA391B9AC}" dt="2024-11-01T13:28:42.720" v="141" actId="1076"/>
        <pc:sldMkLst>
          <pc:docMk/>
          <pc:sldMk cId="2887676967" sldId="287"/>
        </pc:sldMkLst>
        <pc:spChg chg="mod">
          <ac:chgData name="Vallabha Deshapande" userId="S::vallabha.deshapande@athenagt.com::b5c944ff-2677-411d-a8ed-95f1b8dd028b" providerId="AD" clId="Web-{6EF926E7-6C72-7B08-EC49-1C8FA391B9AC}" dt="2024-11-01T13:28:42.720" v="141" actId="1076"/>
          <ac:spMkLst>
            <pc:docMk/>
            <pc:sldMk cId="2887676967" sldId="287"/>
            <ac:spMk id="2" creationId="{55D5E066-12EA-05E4-F67F-115F6AB42143}"/>
          </ac:spMkLst>
        </pc:spChg>
        <pc:spChg chg="mod">
          <ac:chgData name="Vallabha Deshapande" userId="S::vallabha.deshapande@athenagt.com::b5c944ff-2677-411d-a8ed-95f1b8dd028b" providerId="AD" clId="Web-{6EF926E7-6C72-7B08-EC49-1C8FA391B9AC}" dt="2024-11-01T13:28:38.220" v="140" actId="1076"/>
          <ac:spMkLst>
            <pc:docMk/>
            <pc:sldMk cId="2887676967" sldId="287"/>
            <ac:spMk id="3" creationId="{18D840D1-DA80-4544-0923-1F53F1EA9879}"/>
          </ac:spMkLst>
        </pc:spChg>
        <pc:spChg chg="add">
          <ac:chgData name="Vallabha Deshapande" userId="S::vallabha.deshapande@athenagt.com::b5c944ff-2677-411d-a8ed-95f1b8dd028b" providerId="AD" clId="Web-{6EF926E7-6C72-7B08-EC49-1C8FA391B9AC}" dt="2024-11-01T13:28:06.391" v="137"/>
          <ac:spMkLst>
            <pc:docMk/>
            <pc:sldMk cId="2887676967" sldId="287"/>
            <ac:spMk id="12" creationId="{5D7F64A8-D625-4F61-A290-B499BB62ACFF}"/>
          </ac:spMkLst>
        </pc:spChg>
        <pc:picChg chg="add">
          <ac:chgData name="Vallabha Deshapande" userId="S::vallabha.deshapande@athenagt.com::b5c944ff-2677-411d-a8ed-95f1b8dd028b" providerId="AD" clId="Web-{6EF926E7-6C72-7B08-EC49-1C8FA391B9AC}" dt="2024-11-01T13:28:06.391" v="137"/>
          <ac:picMkLst>
            <pc:docMk/>
            <pc:sldMk cId="2887676967" sldId="287"/>
            <ac:picMk id="7" creationId="{9FA969B2-23DB-00A6-57FF-45D219E2DCEE}"/>
          </ac:picMkLst>
        </pc:picChg>
        <pc:picChg chg="add">
          <ac:chgData name="Vallabha Deshapande" userId="S::vallabha.deshapande@athenagt.com::b5c944ff-2677-411d-a8ed-95f1b8dd028b" providerId="AD" clId="Web-{6EF926E7-6C72-7B08-EC49-1C8FA391B9AC}" dt="2024-11-01T13:28:06.391" v="137"/>
          <ac:picMkLst>
            <pc:docMk/>
            <pc:sldMk cId="2887676967" sldId="287"/>
            <ac:picMk id="9" creationId="{78B93A53-B3B1-4EC9-894D-82FB4A167C5E}"/>
          </ac:picMkLst>
        </pc:picChg>
      </pc:sldChg>
    </pc:docChg>
  </pc:docChgLst>
  <pc:docChgLst>
    <pc:chgData name="Vallabha Deshapande" userId="S::vallabha.deshapande@athenagt.com::b5c944ff-2677-411d-a8ed-95f1b8dd028b" providerId="AD" clId="Web-{9A88A9BE-AAE4-EA11-9F8B-9F82AE53AFED}"/>
    <pc:docChg chg="addSld modSld sldOrd">
      <pc:chgData name="Vallabha Deshapande" userId="S::vallabha.deshapande@athenagt.com::b5c944ff-2677-411d-a8ed-95f1b8dd028b" providerId="AD" clId="Web-{9A88A9BE-AAE4-EA11-9F8B-9F82AE53AFED}" dt="2024-12-02T05:10:15.600" v="147" actId="20577"/>
      <pc:docMkLst>
        <pc:docMk/>
      </pc:docMkLst>
      <pc:sldChg chg="addSp delSp modSp new mod ord setBg">
        <pc:chgData name="Vallabha Deshapande" userId="S::vallabha.deshapande@athenagt.com::b5c944ff-2677-411d-a8ed-95f1b8dd028b" providerId="AD" clId="Web-{9A88A9BE-AAE4-EA11-9F8B-9F82AE53AFED}" dt="2024-12-02T04:57:26.937" v="55"/>
        <pc:sldMkLst>
          <pc:docMk/>
          <pc:sldMk cId="2111620506" sldId="291"/>
        </pc:sldMkLst>
        <pc:spChg chg="del">
          <ac:chgData name="Vallabha Deshapande" userId="S::vallabha.deshapande@athenagt.com::b5c944ff-2677-411d-a8ed-95f1b8dd028b" providerId="AD" clId="Web-{9A88A9BE-AAE4-EA11-9F8B-9F82AE53AFED}" dt="2024-12-02T04:53:31.701" v="2"/>
          <ac:spMkLst>
            <pc:docMk/>
            <pc:sldMk cId="2111620506" sldId="291"/>
            <ac:spMk id="2" creationId="{7AEA6F0C-C2F7-FE8B-F47D-7E9C2450C465}"/>
          </ac:spMkLst>
        </pc:spChg>
        <pc:spChg chg="del">
          <ac:chgData name="Vallabha Deshapande" userId="S::vallabha.deshapande@athenagt.com::b5c944ff-2677-411d-a8ed-95f1b8dd028b" providerId="AD" clId="Web-{9A88A9BE-AAE4-EA11-9F8B-9F82AE53AFED}" dt="2024-12-02T04:53:42.967" v="3"/>
          <ac:spMkLst>
            <pc:docMk/>
            <pc:sldMk cId="2111620506" sldId="291"/>
            <ac:spMk id="3" creationId="{98E09714-D13A-D71A-85F2-BA4085DAAC21}"/>
          </ac:spMkLst>
        </pc:spChg>
        <pc:spChg chg="add del mod">
          <ac:chgData name="Vallabha Deshapande" userId="S::vallabha.deshapande@athenagt.com::b5c944ff-2677-411d-a8ed-95f1b8dd028b" providerId="AD" clId="Web-{9A88A9BE-AAE4-EA11-9F8B-9F82AE53AFED}" dt="2024-12-02T04:57:20.312" v="53"/>
          <ac:spMkLst>
            <pc:docMk/>
            <pc:sldMk cId="2111620506" sldId="291"/>
            <ac:spMk id="4" creationId="{730046D8-9376-3488-317F-329026FB5352}"/>
          </ac:spMkLst>
        </pc:spChg>
        <pc:spChg chg="add del">
          <ac:chgData name="Vallabha Deshapande" userId="S::vallabha.deshapande@athenagt.com::b5c944ff-2677-411d-a8ed-95f1b8dd028b" providerId="AD" clId="Web-{9A88A9BE-AAE4-EA11-9F8B-9F82AE53AFED}" dt="2024-12-02T04:55:59.562" v="37"/>
          <ac:spMkLst>
            <pc:docMk/>
            <pc:sldMk cId="2111620506" sldId="291"/>
            <ac:spMk id="5" creationId="{E32B36D4-0C87-4882-A12C-18A91DBAE28D}"/>
          </ac:spMkLst>
        </pc:spChg>
        <pc:spChg chg="add del">
          <ac:chgData name="Vallabha Deshapande" userId="S::vallabha.deshapande@athenagt.com::b5c944ff-2677-411d-a8ed-95f1b8dd028b" providerId="AD" clId="Web-{9A88A9BE-AAE4-EA11-9F8B-9F82AE53AFED}" dt="2024-12-02T04:55:55.062" v="35"/>
          <ac:spMkLst>
            <pc:docMk/>
            <pc:sldMk cId="2111620506" sldId="291"/>
            <ac:spMk id="6" creationId="{E32B36D4-0C87-4882-A12C-18A91DBAE28D}"/>
          </ac:spMkLst>
        </pc:spChg>
        <pc:spChg chg="add del">
          <ac:chgData name="Vallabha Deshapande" userId="S::vallabha.deshapande@athenagt.com::b5c944ff-2677-411d-a8ed-95f1b8dd028b" providerId="AD" clId="Web-{9A88A9BE-AAE4-EA11-9F8B-9F82AE53AFED}" dt="2024-12-02T04:56:04.140" v="39"/>
          <ac:spMkLst>
            <pc:docMk/>
            <pc:sldMk cId="2111620506" sldId="291"/>
            <ac:spMk id="9" creationId="{8B646C36-EEEC-4D52-8E8E-206F4CD8A3DA}"/>
          </ac:spMkLst>
        </pc:spChg>
        <pc:spChg chg="add del">
          <ac:chgData name="Vallabha Deshapande" userId="S::vallabha.deshapande@athenagt.com::b5c944ff-2677-411d-a8ed-95f1b8dd028b" providerId="AD" clId="Web-{9A88A9BE-AAE4-EA11-9F8B-9F82AE53AFED}" dt="2024-12-02T04:56:17.437" v="41"/>
          <ac:spMkLst>
            <pc:docMk/>
            <pc:sldMk cId="2111620506" sldId="291"/>
            <ac:spMk id="13" creationId="{74751229-0244-4FBB-BED1-407467F4C951}"/>
          </ac:spMkLst>
        </pc:spChg>
        <pc:spChg chg="add del">
          <ac:chgData name="Vallabha Deshapande" userId="S::vallabha.deshapande@athenagt.com::b5c944ff-2677-411d-a8ed-95f1b8dd028b" providerId="AD" clId="Web-{9A88A9BE-AAE4-EA11-9F8B-9F82AE53AFED}" dt="2024-12-02T04:56:04.140" v="39"/>
          <ac:spMkLst>
            <pc:docMk/>
            <pc:sldMk cId="2111620506" sldId="291"/>
            <ac:spMk id="15" creationId="{D649D88F-3460-4C52-888E-001C62B26EE5}"/>
          </ac:spMkLst>
        </pc:spChg>
        <pc:spChg chg="add del">
          <ac:chgData name="Vallabha Deshapande" userId="S::vallabha.deshapande@athenagt.com::b5c944ff-2677-411d-a8ed-95f1b8dd028b" providerId="AD" clId="Web-{9A88A9BE-AAE4-EA11-9F8B-9F82AE53AFED}" dt="2024-12-02T04:56:21.171" v="43"/>
          <ac:spMkLst>
            <pc:docMk/>
            <pc:sldMk cId="2111620506" sldId="291"/>
            <ac:spMk id="16" creationId="{3677BAFB-3BD3-41BB-9107-FAE224AE21C4}"/>
          </ac:spMkLst>
        </pc:spChg>
        <pc:spChg chg="add del">
          <ac:chgData name="Vallabha Deshapande" userId="S::vallabha.deshapande@athenagt.com::b5c944ff-2677-411d-a8ed-95f1b8dd028b" providerId="AD" clId="Web-{9A88A9BE-AAE4-EA11-9F8B-9F82AE53AFED}" dt="2024-12-02T04:56:04.140" v="39"/>
          <ac:spMkLst>
            <pc:docMk/>
            <pc:sldMk cId="2111620506" sldId="291"/>
            <ac:spMk id="17" creationId="{A2B5CBEA-F125-49B6-8335-227C325B112B}"/>
          </ac:spMkLst>
        </pc:spChg>
        <pc:spChg chg="add del">
          <ac:chgData name="Vallabha Deshapande" userId="S::vallabha.deshapande@athenagt.com::b5c944ff-2677-411d-a8ed-95f1b8dd028b" providerId="AD" clId="Web-{9A88A9BE-AAE4-EA11-9F8B-9F82AE53AFED}" dt="2024-12-02T04:56:21.171" v="43"/>
          <ac:spMkLst>
            <pc:docMk/>
            <pc:sldMk cId="2111620506" sldId="291"/>
            <ac:spMk id="18" creationId="{E6823A9B-C188-42D4-847C-3AD928DB145C}"/>
          </ac:spMkLst>
        </pc:spChg>
        <pc:spChg chg="add del">
          <ac:chgData name="Vallabha Deshapande" userId="S::vallabha.deshapande@athenagt.com::b5c944ff-2677-411d-a8ed-95f1b8dd028b" providerId="AD" clId="Web-{9A88A9BE-AAE4-EA11-9F8B-9F82AE53AFED}" dt="2024-12-02T04:56:04.140" v="39"/>
          <ac:spMkLst>
            <pc:docMk/>
            <pc:sldMk cId="2111620506" sldId="291"/>
            <ac:spMk id="19" creationId="{217DD14E-3BC7-413D-B4AB-B92EED2F57C5}"/>
          </ac:spMkLst>
        </pc:spChg>
        <pc:spChg chg="add del">
          <ac:chgData name="Vallabha Deshapande" userId="S::vallabha.deshapande@athenagt.com::b5c944ff-2677-411d-a8ed-95f1b8dd028b" providerId="AD" clId="Web-{9A88A9BE-AAE4-EA11-9F8B-9F82AE53AFED}" dt="2024-12-02T04:56:21.171" v="43"/>
          <ac:spMkLst>
            <pc:docMk/>
            <pc:sldMk cId="2111620506" sldId="291"/>
            <ac:spMk id="20" creationId="{34B557F3-1A0C-4749-A6DB-EAC082DF390B}"/>
          </ac:spMkLst>
        </pc:spChg>
        <pc:spChg chg="add del">
          <ac:chgData name="Vallabha Deshapande" userId="S::vallabha.deshapande@athenagt.com::b5c944ff-2677-411d-a8ed-95f1b8dd028b" providerId="AD" clId="Web-{9A88A9BE-AAE4-EA11-9F8B-9F82AE53AFED}" dt="2024-12-02T04:56:04.140" v="39"/>
          <ac:spMkLst>
            <pc:docMk/>
            <pc:sldMk cId="2111620506" sldId="291"/>
            <ac:spMk id="21" creationId="{4FB204DF-284E-45F6-A017-79A4DF57BCCB}"/>
          </ac:spMkLst>
        </pc:spChg>
        <pc:spChg chg="add del">
          <ac:chgData name="Vallabha Deshapande" userId="S::vallabha.deshapande@athenagt.com::b5c944ff-2677-411d-a8ed-95f1b8dd028b" providerId="AD" clId="Web-{9A88A9BE-AAE4-EA11-9F8B-9F82AE53AFED}" dt="2024-12-02T04:56:04.140" v="39"/>
          <ac:spMkLst>
            <pc:docMk/>
            <pc:sldMk cId="2111620506" sldId="291"/>
            <ac:spMk id="23" creationId="{6908275D-177E-42F2-8887-134AFE8B70CC}"/>
          </ac:spMkLst>
        </pc:spChg>
        <pc:spChg chg="add del">
          <ac:chgData name="Vallabha Deshapande" userId="S::vallabha.deshapande@athenagt.com::b5c944ff-2677-411d-a8ed-95f1b8dd028b" providerId="AD" clId="Web-{9A88A9BE-AAE4-EA11-9F8B-9F82AE53AFED}" dt="2024-12-02T04:56:21.171" v="43"/>
          <ac:spMkLst>
            <pc:docMk/>
            <pc:sldMk cId="2111620506" sldId="291"/>
            <ac:spMk id="24" creationId="{55D55AA6-3751-494F-868A-DCEDC5CE82BF}"/>
          </ac:spMkLst>
        </pc:spChg>
        <pc:spChg chg="add del">
          <ac:chgData name="Vallabha Deshapande" userId="S::vallabha.deshapande@athenagt.com::b5c944ff-2677-411d-a8ed-95f1b8dd028b" providerId="AD" clId="Web-{9A88A9BE-AAE4-EA11-9F8B-9F82AE53AFED}" dt="2024-12-02T04:56:04.140" v="39"/>
          <ac:spMkLst>
            <pc:docMk/>
            <pc:sldMk cId="2111620506" sldId="291"/>
            <ac:spMk id="25" creationId="{4D1A5E71-B6B6-486A-8CDC-C7ABD9B903F6}"/>
          </ac:spMkLst>
        </pc:spChg>
        <pc:spChg chg="add del">
          <ac:chgData name="Vallabha Deshapande" userId="S::vallabha.deshapande@athenagt.com::b5c944ff-2677-411d-a8ed-95f1b8dd028b" providerId="AD" clId="Web-{9A88A9BE-AAE4-EA11-9F8B-9F82AE53AFED}" dt="2024-12-02T04:56:21.171" v="43"/>
          <ac:spMkLst>
            <pc:docMk/>
            <pc:sldMk cId="2111620506" sldId="291"/>
            <ac:spMk id="26" creationId="{4D4C00DC-4DC6-4CD2-9E31-F17E6CEBC5A6}"/>
          </ac:spMkLst>
        </pc:spChg>
        <pc:spChg chg="add del">
          <ac:chgData name="Vallabha Deshapande" userId="S::vallabha.deshapande@athenagt.com::b5c944ff-2677-411d-a8ed-95f1b8dd028b" providerId="AD" clId="Web-{9A88A9BE-AAE4-EA11-9F8B-9F82AE53AFED}" dt="2024-12-02T04:56:04.140" v="39"/>
          <ac:spMkLst>
            <pc:docMk/>
            <pc:sldMk cId="2111620506" sldId="291"/>
            <ac:spMk id="27" creationId="{E32B36D4-0C87-4882-A12C-18A91DBAE28D}"/>
          </ac:spMkLst>
        </pc:spChg>
        <pc:spChg chg="add del">
          <ac:chgData name="Vallabha Deshapande" userId="S::vallabha.deshapande@athenagt.com::b5c944ff-2677-411d-a8ed-95f1b8dd028b" providerId="AD" clId="Web-{9A88A9BE-AAE4-EA11-9F8B-9F82AE53AFED}" dt="2024-12-02T04:56:21.171" v="43"/>
          <ac:spMkLst>
            <pc:docMk/>
            <pc:sldMk cId="2111620506" sldId="291"/>
            <ac:spMk id="28" creationId="{D82AB1B2-7970-42CF-8BF5-567C69E9FFFB}"/>
          </ac:spMkLst>
        </pc:spChg>
        <pc:spChg chg="add del">
          <ac:chgData name="Vallabha Deshapande" userId="S::vallabha.deshapande@athenagt.com::b5c944ff-2677-411d-a8ed-95f1b8dd028b" providerId="AD" clId="Web-{9A88A9BE-AAE4-EA11-9F8B-9F82AE53AFED}" dt="2024-12-02T04:56:21.171" v="43"/>
          <ac:spMkLst>
            <pc:docMk/>
            <pc:sldMk cId="2111620506" sldId="291"/>
            <ac:spMk id="201" creationId="{C10FB9CA-E7FA-462C-B537-F1224ED1ACF4}"/>
          </ac:spMkLst>
        </pc:spChg>
        <pc:spChg chg="add del">
          <ac:chgData name="Vallabha Deshapande" userId="S::vallabha.deshapande@athenagt.com::b5c944ff-2677-411d-a8ed-95f1b8dd028b" providerId="AD" clId="Web-{9A88A9BE-AAE4-EA11-9F8B-9F82AE53AFED}" dt="2024-12-02T04:56:21.171" v="43"/>
          <ac:spMkLst>
            <pc:docMk/>
            <pc:sldMk cId="2111620506" sldId="291"/>
            <ac:spMk id="202" creationId="{D8469AE7-A75B-4F37-850B-EF5974ABED2C}"/>
          </ac:spMkLst>
        </pc:spChg>
        <pc:spChg chg="add del">
          <ac:chgData name="Vallabha Deshapande" userId="S::vallabha.deshapande@athenagt.com::b5c944ff-2677-411d-a8ed-95f1b8dd028b" providerId="AD" clId="Web-{9A88A9BE-AAE4-EA11-9F8B-9F82AE53AFED}" dt="2024-12-02T04:56:28.577" v="45"/>
          <ac:spMkLst>
            <pc:docMk/>
            <pc:sldMk cId="2111620506" sldId="291"/>
            <ac:spMk id="205" creationId="{C7D023E4-8DE1-436E-9847-ED6A4B4B04FD}"/>
          </ac:spMkLst>
        </pc:spChg>
        <pc:spChg chg="add del">
          <ac:chgData name="Vallabha Deshapande" userId="S::vallabha.deshapande@athenagt.com::b5c944ff-2677-411d-a8ed-95f1b8dd028b" providerId="AD" clId="Web-{9A88A9BE-AAE4-EA11-9F8B-9F82AE53AFED}" dt="2024-12-02T04:56:28.577" v="45"/>
          <ac:spMkLst>
            <pc:docMk/>
            <pc:sldMk cId="2111620506" sldId="291"/>
            <ac:spMk id="206" creationId="{63C1F321-BB96-4700-B3CE-1A6156067F44}"/>
          </ac:spMkLst>
        </pc:spChg>
        <pc:spChg chg="add del">
          <ac:chgData name="Vallabha Deshapande" userId="S::vallabha.deshapande@athenagt.com::b5c944ff-2677-411d-a8ed-95f1b8dd028b" providerId="AD" clId="Web-{9A88A9BE-AAE4-EA11-9F8B-9F82AE53AFED}" dt="2024-12-02T04:56:31.624" v="47"/>
          <ac:spMkLst>
            <pc:docMk/>
            <pc:sldMk cId="2111620506" sldId="291"/>
            <ac:spMk id="217" creationId="{1A3C89F8-0D2F-47FF-B903-151248265F47}"/>
          </ac:spMkLst>
        </pc:spChg>
        <pc:spChg chg="add del">
          <ac:chgData name="Vallabha Deshapande" userId="S::vallabha.deshapande@athenagt.com::b5c944ff-2677-411d-a8ed-95f1b8dd028b" providerId="AD" clId="Web-{9A88A9BE-AAE4-EA11-9F8B-9F82AE53AFED}" dt="2024-12-02T04:56:31.624" v="47"/>
          <ac:spMkLst>
            <pc:docMk/>
            <pc:sldMk cId="2111620506" sldId="291"/>
            <ac:spMk id="218" creationId="{C5CB530E-515E-412C-9DF1-5F8FFBD6F383}"/>
          </ac:spMkLst>
        </pc:spChg>
        <pc:spChg chg="add del">
          <ac:chgData name="Vallabha Deshapande" userId="S::vallabha.deshapande@athenagt.com::b5c944ff-2677-411d-a8ed-95f1b8dd028b" providerId="AD" clId="Web-{9A88A9BE-AAE4-EA11-9F8B-9F82AE53AFED}" dt="2024-12-02T04:56:31.624" v="47"/>
          <ac:spMkLst>
            <pc:docMk/>
            <pc:sldMk cId="2111620506" sldId="291"/>
            <ac:spMk id="219" creationId="{712D4376-A578-4FF1-94FC-245E7A6A489F}"/>
          </ac:spMkLst>
        </pc:spChg>
        <pc:spChg chg="add del">
          <ac:chgData name="Vallabha Deshapande" userId="S::vallabha.deshapande@athenagt.com::b5c944ff-2677-411d-a8ed-95f1b8dd028b" providerId="AD" clId="Web-{9A88A9BE-AAE4-EA11-9F8B-9F82AE53AFED}" dt="2024-12-02T04:56:31.624" v="47"/>
          <ac:spMkLst>
            <pc:docMk/>
            <pc:sldMk cId="2111620506" sldId="291"/>
            <ac:spMk id="220" creationId="{AEA7509D-F04F-40CB-A0B3-EEF16499CC9F}"/>
          </ac:spMkLst>
        </pc:spChg>
        <pc:spChg chg="add del">
          <ac:chgData name="Vallabha Deshapande" userId="S::vallabha.deshapande@athenagt.com::b5c944ff-2677-411d-a8ed-95f1b8dd028b" providerId="AD" clId="Web-{9A88A9BE-AAE4-EA11-9F8B-9F82AE53AFED}" dt="2024-12-02T04:56:31.624" v="47"/>
          <ac:spMkLst>
            <pc:docMk/>
            <pc:sldMk cId="2111620506" sldId="291"/>
            <ac:spMk id="222" creationId="{508BEF50-7B1E-49A4-BC19-5F4F1D755E64}"/>
          </ac:spMkLst>
        </pc:spChg>
        <pc:spChg chg="add del">
          <ac:chgData name="Vallabha Deshapande" userId="S::vallabha.deshapande@athenagt.com::b5c944ff-2677-411d-a8ed-95f1b8dd028b" providerId="AD" clId="Web-{9A88A9BE-AAE4-EA11-9F8B-9F82AE53AFED}" dt="2024-12-02T04:56:31.624" v="47"/>
          <ac:spMkLst>
            <pc:docMk/>
            <pc:sldMk cId="2111620506" sldId="291"/>
            <ac:spMk id="223" creationId="{3FBAD350-5664-4811-A208-657FB882D350}"/>
          </ac:spMkLst>
        </pc:spChg>
        <pc:spChg chg="add del">
          <ac:chgData name="Vallabha Deshapande" userId="S::vallabha.deshapande@athenagt.com::b5c944ff-2677-411d-a8ed-95f1b8dd028b" providerId="AD" clId="Web-{9A88A9BE-AAE4-EA11-9F8B-9F82AE53AFED}" dt="2024-12-02T04:56:31.624" v="47"/>
          <ac:spMkLst>
            <pc:docMk/>
            <pc:sldMk cId="2111620506" sldId="291"/>
            <ac:spMk id="224" creationId="{C39ADB8F-D187-49D7-BDCF-C1B6DC727068}"/>
          </ac:spMkLst>
        </pc:spChg>
        <pc:spChg chg="add del">
          <ac:chgData name="Vallabha Deshapande" userId="S::vallabha.deshapande@athenagt.com::b5c944ff-2677-411d-a8ed-95f1b8dd028b" providerId="AD" clId="Web-{9A88A9BE-AAE4-EA11-9F8B-9F82AE53AFED}" dt="2024-12-02T04:57:26.937" v="55"/>
          <ac:spMkLst>
            <pc:docMk/>
            <pc:sldMk cId="2111620506" sldId="291"/>
            <ac:spMk id="226" creationId="{A3363022-C969-41E9-8EB2-E4C94908C1FA}"/>
          </ac:spMkLst>
        </pc:spChg>
        <pc:spChg chg="add del">
          <ac:chgData name="Vallabha Deshapande" userId="S::vallabha.deshapande@athenagt.com::b5c944ff-2677-411d-a8ed-95f1b8dd028b" providerId="AD" clId="Web-{9A88A9BE-AAE4-EA11-9F8B-9F82AE53AFED}" dt="2024-12-02T04:57:12.687" v="51"/>
          <ac:spMkLst>
            <pc:docMk/>
            <pc:sldMk cId="2111620506" sldId="291"/>
            <ac:spMk id="227" creationId="{8D1AD6B3-BE88-4CEB-BA17-790657CC4729}"/>
          </ac:spMkLst>
        </pc:spChg>
        <pc:spChg chg="add">
          <ac:chgData name="Vallabha Deshapande" userId="S::vallabha.deshapande@athenagt.com::b5c944ff-2677-411d-a8ed-95f1b8dd028b" providerId="AD" clId="Web-{9A88A9BE-AAE4-EA11-9F8B-9F82AE53AFED}" dt="2024-12-02T04:57:26.937" v="55"/>
          <ac:spMkLst>
            <pc:docMk/>
            <pc:sldMk cId="2111620506" sldId="291"/>
            <ac:spMk id="237" creationId="{42A4FC2C-047E-45A5-965D-8E1E3BF09BC6}"/>
          </ac:spMkLst>
        </pc:spChg>
        <pc:grpChg chg="add del">
          <ac:chgData name="Vallabha Deshapande" userId="S::vallabha.deshapande@athenagt.com::b5c944ff-2677-411d-a8ed-95f1b8dd028b" providerId="AD" clId="Web-{9A88A9BE-AAE4-EA11-9F8B-9F82AE53AFED}" dt="2024-12-02T04:56:04.140" v="39"/>
          <ac:grpSpMkLst>
            <pc:docMk/>
            <pc:sldMk cId="2111620506" sldId="291"/>
            <ac:grpSpMk id="29" creationId="{FB9739EB-7F66-433D-841F-AB3CD18700B7}"/>
          </ac:grpSpMkLst>
        </pc:grpChg>
        <pc:grpChg chg="add del">
          <ac:chgData name="Vallabha Deshapande" userId="S::vallabha.deshapande@athenagt.com::b5c944ff-2677-411d-a8ed-95f1b8dd028b" providerId="AD" clId="Web-{9A88A9BE-AAE4-EA11-9F8B-9F82AE53AFED}" dt="2024-12-02T04:56:21.171" v="43"/>
          <ac:grpSpMkLst>
            <pc:docMk/>
            <pc:sldMk cId="2111620506" sldId="291"/>
            <ac:grpSpMk id="199" creationId="{66FB5A75-BDE2-4F12-A95B-C48788A7685C}"/>
          </ac:grpSpMkLst>
        </pc:grpChg>
        <pc:grpChg chg="add del">
          <ac:chgData name="Vallabha Deshapande" userId="S::vallabha.deshapande@athenagt.com::b5c944ff-2677-411d-a8ed-95f1b8dd028b" providerId="AD" clId="Web-{9A88A9BE-AAE4-EA11-9F8B-9F82AE53AFED}" dt="2024-12-02T04:56:28.577" v="45"/>
          <ac:grpSpMkLst>
            <pc:docMk/>
            <pc:sldMk cId="2111620506" sldId="291"/>
            <ac:grpSpMk id="207" creationId="{3FA1AD64-F15F-417D-956C-B2C211FC905E}"/>
          </ac:grpSpMkLst>
        </pc:grpChg>
        <pc:grpChg chg="add del">
          <ac:chgData name="Vallabha Deshapande" userId="S::vallabha.deshapande@athenagt.com::b5c944ff-2677-411d-a8ed-95f1b8dd028b" providerId="AD" clId="Web-{9A88A9BE-AAE4-EA11-9F8B-9F82AE53AFED}" dt="2024-12-02T04:56:28.577" v="45"/>
          <ac:grpSpMkLst>
            <pc:docMk/>
            <pc:sldMk cId="2111620506" sldId="291"/>
            <ac:grpSpMk id="209" creationId="{43F5E015-E085-4624-B431-B42414448684}"/>
          </ac:grpSpMkLst>
        </pc:grpChg>
        <pc:grpChg chg="add del">
          <ac:chgData name="Vallabha Deshapande" userId="S::vallabha.deshapande@athenagt.com::b5c944ff-2677-411d-a8ed-95f1b8dd028b" providerId="AD" clId="Web-{9A88A9BE-AAE4-EA11-9F8B-9F82AE53AFED}" dt="2024-12-02T04:57:26.937" v="55"/>
          <ac:grpSpMkLst>
            <pc:docMk/>
            <pc:sldMk cId="2111620506" sldId="291"/>
            <ac:grpSpMk id="229" creationId="{89D1390B-7E13-4B4F-9CB2-391063412E54}"/>
          </ac:grpSpMkLst>
        </pc:grpChg>
        <pc:picChg chg="add mod">
          <ac:chgData name="Vallabha Deshapande" userId="S::vallabha.deshapande@athenagt.com::b5c944ff-2677-411d-a8ed-95f1b8dd028b" providerId="AD" clId="Web-{9A88A9BE-AAE4-EA11-9F8B-9F82AE53AFED}" dt="2024-12-02T04:57:26.937" v="55"/>
          <ac:picMkLst>
            <pc:docMk/>
            <pc:sldMk cId="2111620506" sldId="291"/>
            <ac:picMk id="7" creationId="{DA35677D-3BD1-9F54-30B4-149566989FF5}"/>
          </ac:picMkLst>
        </pc:picChg>
        <pc:picChg chg="add del">
          <ac:chgData name="Vallabha Deshapande" userId="S::vallabha.deshapande@athenagt.com::b5c944ff-2677-411d-a8ed-95f1b8dd028b" providerId="AD" clId="Web-{9A88A9BE-AAE4-EA11-9F8B-9F82AE53AFED}" dt="2024-12-02T04:56:17.437" v="41"/>
          <ac:picMkLst>
            <pc:docMk/>
            <pc:sldMk cId="2111620506" sldId="291"/>
            <ac:picMk id="8" creationId="{BFB8584F-3326-B329-6F3B-E4F9D196BF58}"/>
          </ac:picMkLst>
        </pc:picChg>
        <pc:picChg chg="add del">
          <ac:chgData name="Vallabha Deshapande" userId="S::vallabha.deshapande@athenagt.com::b5c944ff-2677-411d-a8ed-95f1b8dd028b" providerId="AD" clId="Web-{9A88A9BE-AAE4-EA11-9F8B-9F82AE53AFED}" dt="2024-12-02T04:56:17.437" v="41"/>
          <ac:picMkLst>
            <pc:docMk/>
            <pc:sldMk cId="2111620506" sldId="291"/>
            <ac:picMk id="10" creationId="{DFE4BD72-0741-4A10-95CD-8A86182C99AB}"/>
          </ac:picMkLst>
        </pc:picChg>
        <pc:picChg chg="add del">
          <ac:chgData name="Vallabha Deshapande" userId="S::vallabha.deshapande@athenagt.com::b5c944ff-2677-411d-a8ed-95f1b8dd028b" providerId="AD" clId="Web-{9A88A9BE-AAE4-EA11-9F8B-9F82AE53AFED}" dt="2024-12-02T04:57:08.140" v="50"/>
          <ac:picMkLst>
            <pc:docMk/>
            <pc:sldMk cId="2111620506" sldId="291"/>
            <ac:picMk id="228" creationId="{9C73FD49-165A-BC7A-746C-0385940054A7}"/>
          </ac:picMkLst>
        </pc:picChg>
        <pc:cxnChg chg="add del">
          <ac:chgData name="Vallabha Deshapande" userId="S::vallabha.deshapande@athenagt.com::b5c944ff-2677-411d-a8ed-95f1b8dd028b" providerId="AD" clId="Web-{9A88A9BE-AAE4-EA11-9F8B-9F82AE53AFED}" dt="2024-12-02T04:56:31.624" v="47"/>
          <ac:cxnSpMkLst>
            <pc:docMk/>
            <pc:sldMk cId="2111620506" sldId="291"/>
            <ac:cxnSpMk id="221" creationId="{56020367-4FD5-4596-8E10-C5F095CD8DBF}"/>
          </ac:cxnSpMkLst>
        </pc:cxnChg>
      </pc:sldChg>
      <pc:sldChg chg="modSp new">
        <pc:chgData name="Vallabha Deshapande" userId="S::vallabha.deshapande@athenagt.com::b5c944ff-2677-411d-a8ed-95f1b8dd028b" providerId="AD" clId="Web-{9A88A9BE-AAE4-EA11-9F8B-9F82AE53AFED}" dt="2024-12-02T05:10:15.600" v="147" actId="20577"/>
        <pc:sldMkLst>
          <pc:docMk/>
          <pc:sldMk cId="1962545717" sldId="292"/>
        </pc:sldMkLst>
        <pc:spChg chg="mod">
          <ac:chgData name="Vallabha Deshapande" userId="S::vallabha.deshapande@athenagt.com::b5c944ff-2677-411d-a8ed-95f1b8dd028b" providerId="AD" clId="Web-{9A88A9BE-AAE4-EA11-9F8B-9F82AE53AFED}" dt="2024-12-02T05:07:21.489" v="66" actId="20577"/>
          <ac:spMkLst>
            <pc:docMk/>
            <pc:sldMk cId="1962545717" sldId="292"/>
            <ac:spMk id="2" creationId="{11F354C5-15E3-A489-504A-28F77B6401F8}"/>
          </ac:spMkLst>
        </pc:spChg>
        <pc:spChg chg="mod">
          <ac:chgData name="Vallabha Deshapande" userId="S::vallabha.deshapande@athenagt.com::b5c944ff-2677-411d-a8ed-95f1b8dd028b" providerId="AD" clId="Web-{9A88A9BE-AAE4-EA11-9F8B-9F82AE53AFED}" dt="2024-12-02T05:10:15.600" v="147" actId="20577"/>
          <ac:spMkLst>
            <pc:docMk/>
            <pc:sldMk cId="1962545717" sldId="292"/>
            <ac:spMk id="3" creationId="{0B872926-56EA-EA53-76EB-A0448BD8341E}"/>
          </ac:spMkLst>
        </pc:spChg>
      </pc:sldChg>
    </pc:docChg>
  </pc:docChgLst>
  <pc:docChgLst>
    <pc:chgData name="Vallabha Deshapande" userId="S::vallabha.deshapande@athenagt.com::b5c944ff-2677-411d-a8ed-95f1b8dd028b" providerId="AD" clId="Web-{063515F7-B95E-CD0C-AE14-0E4BE762F127}"/>
    <pc:docChg chg="addSld delSld modSld addMainMaster delMainMaster">
      <pc:chgData name="Vallabha Deshapande" userId="S::vallabha.deshapande@athenagt.com::b5c944ff-2677-411d-a8ed-95f1b8dd028b" providerId="AD" clId="Web-{063515F7-B95E-CD0C-AE14-0E4BE762F127}" dt="2024-11-01T13:09:19.594" v="287"/>
      <pc:docMkLst>
        <pc:docMk/>
      </pc:docMkLst>
      <pc:sldChg chg="addSp delSp modSp mod setBg modClrScheme delDesignElem chgLayout">
        <pc:chgData name="Vallabha Deshapande" userId="S::vallabha.deshapande@athenagt.com::b5c944ff-2677-411d-a8ed-95f1b8dd028b" providerId="AD" clId="Web-{063515F7-B95E-CD0C-AE14-0E4BE762F127}" dt="2024-11-01T11:36:36.899" v="123"/>
        <pc:sldMkLst>
          <pc:docMk/>
          <pc:sldMk cId="109857222" sldId="256"/>
        </pc:sldMkLst>
        <pc:spChg chg="mod ord">
          <ac:chgData name="Vallabha Deshapande" userId="S::vallabha.deshapande@athenagt.com::b5c944ff-2677-411d-a8ed-95f1b8dd028b" providerId="AD" clId="Web-{063515F7-B95E-CD0C-AE14-0E4BE762F127}" dt="2024-11-01T11:36:36.899" v="123"/>
          <ac:spMkLst>
            <pc:docMk/>
            <pc:sldMk cId="109857222" sldId="256"/>
            <ac:spMk id="2" creationId="{00000000-0000-0000-0000-000000000000}"/>
          </ac:spMkLst>
        </pc:spChg>
        <pc:spChg chg="mod ord">
          <ac:chgData name="Vallabha Deshapande" userId="S::vallabha.deshapande@athenagt.com::b5c944ff-2677-411d-a8ed-95f1b8dd028b" providerId="AD" clId="Web-{063515F7-B95E-CD0C-AE14-0E4BE762F127}" dt="2024-11-01T11:36:36.899" v="123"/>
          <ac:spMkLst>
            <pc:docMk/>
            <pc:sldMk cId="109857222" sldId="256"/>
            <ac:spMk id="3" creationId="{00000000-0000-0000-0000-000000000000}"/>
          </ac:spMkLst>
        </pc:spChg>
        <pc:spChg chg="add del">
          <ac:chgData name="Vallabha Deshapande" userId="S::vallabha.deshapande@athenagt.com::b5c944ff-2677-411d-a8ed-95f1b8dd028b" providerId="AD" clId="Web-{063515F7-B95E-CD0C-AE14-0E4BE762F127}" dt="2024-11-01T11:36:36.899" v="123"/>
          <ac:spMkLst>
            <pc:docMk/>
            <pc:sldMk cId="109857222" sldId="256"/>
            <ac:spMk id="12" creationId="{74751229-0244-4FBB-BED1-407467F4C951}"/>
          </ac:spMkLst>
        </pc:spChg>
        <pc:picChg chg="add">
          <ac:chgData name="Vallabha Deshapande" userId="S::vallabha.deshapande@athenagt.com::b5c944ff-2677-411d-a8ed-95f1b8dd028b" providerId="AD" clId="Web-{063515F7-B95E-CD0C-AE14-0E4BE762F127}" dt="2024-11-01T09:38:14.709" v="4"/>
          <ac:picMkLst>
            <pc:docMk/>
            <pc:sldMk cId="109857222" sldId="256"/>
            <ac:picMk id="7" creationId="{2F153F14-5E61-5BFA-9CFD-19D08C4360E5}"/>
          </ac:picMkLst>
        </pc:picChg>
        <pc:picChg chg="add del">
          <ac:chgData name="Vallabha Deshapande" userId="S::vallabha.deshapande@athenagt.com::b5c944ff-2677-411d-a8ed-95f1b8dd028b" providerId="AD" clId="Web-{063515F7-B95E-CD0C-AE14-0E4BE762F127}" dt="2024-11-01T11:36:36.899" v="123"/>
          <ac:picMkLst>
            <pc:docMk/>
            <pc:sldMk cId="109857222" sldId="256"/>
            <ac:picMk id="9" creationId="{AB00CB01-CFDC-4D1C-AE9F-5E26E226C9B3}"/>
          </ac:picMkLst>
        </pc:picChg>
      </pc:sldChg>
      <pc:sldChg chg="addSp delSp modSp new mod setBg modClrScheme delDesignElem chgLayout">
        <pc:chgData name="Vallabha Deshapande" userId="S::vallabha.deshapande@athenagt.com::b5c944ff-2677-411d-a8ed-95f1b8dd028b" providerId="AD" clId="Web-{063515F7-B95E-CD0C-AE14-0E4BE762F127}" dt="2024-11-01T11:37:08.181" v="125"/>
        <pc:sldMkLst>
          <pc:docMk/>
          <pc:sldMk cId="2230952484" sldId="257"/>
        </pc:sldMkLst>
        <pc:spChg chg="mod ord">
          <ac:chgData name="Vallabha Deshapande" userId="S::vallabha.deshapande@athenagt.com::b5c944ff-2677-411d-a8ed-95f1b8dd028b" providerId="AD" clId="Web-{063515F7-B95E-CD0C-AE14-0E4BE762F127}" dt="2024-11-01T11:36:36.899" v="123"/>
          <ac:spMkLst>
            <pc:docMk/>
            <pc:sldMk cId="2230952484" sldId="257"/>
            <ac:spMk id="2" creationId="{0AB0A6B7-27CC-7BCC-4B43-8B85054F24B4}"/>
          </ac:spMkLst>
        </pc:spChg>
        <pc:spChg chg="add del mod">
          <ac:chgData name="Vallabha Deshapande" userId="S::vallabha.deshapande@athenagt.com::b5c944ff-2677-411d-a8ed-95f1b8dd028b" providerId="AD" clId="Web-{063515F7-B95E-CD0C-AE14-0E4BE762F127}" dt="2024-11-01T09:39:58.570" v="18"/>
          <ac:spMkLst>
            <pc:docMk/>
            <pc:sldMk cId="2230952484" sldId="257"/>
            <ac:spMk id="3" creationId="{6B6DD59A-C633-0721-1CBD-A68446BEC697}"/>
          </ac:spMkLst>
        </pc:spChg>
        <pc:spChg chg="add del">
          <ac:chgData name="Vallabha Deshapande" userId="S::vallabha.deshapande@athenagt.com::b5c944ff-2677-411d-a8ed-95f1b8dd028b" providerId="AD" clId="Web-{063515F7-B95E-CD0C-AE14-0E4BE762F127}" dt="2024-11-01T11:36:36.899" v="123"/>
          <ac:spMkLst>
            <pc:docMk/>
            <pc:sldMk cId="2230952484" sldId="257"/>
            <ac:spMk id="8" creationId="{907EF6B7-1338-4443-8C46-6A318D952DFD}"/>
          </ac:spMkLst>
        </pc:spChg>
        <pc:spChg chg="add del">
          <ac:chgData name="Vallabha Deshapande" userId="S::vallabha.deshapande@athenagt.com::b5c944ff-2677-411d-a8ed-95f1b8dd028b" providerId="AD" clId="Web-{063515F7-B95E-CD0C-AE14-0E4BE762F127}" dt="2024-11-01T09:39:39.241" v="13"/>
          <ac:spMkLst>
            <pc:docMk/>
            <pc:sldMk cId="2230952484" sldId="257"/>
            <ac:spMk id="9" creationId="{D9A7F3BF-8763-4074-AD77-92790AF314D1}"/>
          </ac:spMkLst>
        </pc:spChg>
        <pc:spChg chg="add del">
          <ac:chgData name="Vallabha Deshapande" userId="S::vallabha.deshapande@athenagt.com::b5c944ff-2677-411d-a8ed-95f1b8dd028b" providerId="AD" clId="Web-{063515F7-B95E-CD0C-AE14-0E4BE762F127}" dt="2024-11-01T09:39:49.101" v="15"/>
          <ac:spMkLst>
            <pc:docMk/>
            <pc:sldMk cId="2230952484" sldId="257"/>
            <ac:spMk id="10" creationId="{EDDBB197-D710-4A4F-A9CA-FD2177498BE8}"/>
          </ac:spMkLst>
        </pc:spChg>
        <pc:spChg chg="add del">
          <ac:chgData name="Vallabha Deshapande" userId="S::vallabha.deshapande@athenagt.com::b5c944ff-2677-411d-a8ed-95f1b8dd028b" providerId="AD" clId="Web-{063515F7-B95E-CD0C-AE14-0E4BE762F127}" dt="2024-11-01T09:39:49.101" v="15"/>
          <ac:spMkLst>
            <pc:docMk/>
            <pc:sldMk cId="2230952484" sldId="257"/>
            <ac:spMk id="12" creationId="{975D1CFA-2CDB-4B64-BD9F-85744E8DA12F}"/>
          </ac:spMkLst>
        </pc:spChg>
        <pc:spChg chg="add del">
          <ac:chgData name="Vallabha Deshapande" userId="S::vallabha.deshapande@athenagt.com::b5c944ff-2677-411d-a8ed-95f1b8dd028b" providerId="AD" clId="Web-{063515F7-B95E-CD0C-AE14-0E4BE762F127}" dt="2024-11-01T09:39:58.554" v="17"/>
          <ac:spMkLst>
            <pc:docMk/>
            <pc:sldMk cId="2230952484" sldId="257"/>
            <ac:spMk id="13" creationId="{9DECDBF4-02B6-4BB4-B65B-B8107AD6A9E8}"/>
          </ac:spMkLst>
        </pc:spChg>
        <pc:spChg chg="add del">
          <ac:chgData name="Vallabha Deshapande" userId="S::vallabha.deshapande@athenagt.com::b5c944ff-2677-411d-a8ed-95f1b8dd028b" providerId="AD" clId="Web-{063515F7-B95E-CD0C-AE14-0E4BE762F127}" dt="2024-11-01T09:39:49.101" v="15"/>
          <ac:spMkLst>
            <pc:docMk/>
            <pc:sldMk cId="2230952484" sldId="257"/>
            <ac:spMk id="19" creationId="{6B6DD59A-C633-0721-1CBD-A68446BEC697}"/>
          </ac:spMkLst>
        </pc:spChg>
        <pc:spChg chg="add del">
          <ac:chgData name="Vallabha Deshapande" userId="S::vallabha.deshapande@athenagt.com::b5c944ff-2677-411d-a8ed-95f1b8dd028b" providerId="AD" clId="Web-{063515F7-B95E-CD0C-AE14-0E4BE762F127}" dt="2024-11-01T09:39:58.554" v="17"/>
          <ac:spMkLst>
            <pc:docMk/>
            <pc:sldMk cId="2230952484" sldId="257"/>
            <ac:spMk id="22" creationId="{53B021B3-DE93-4AB7-8A18-CF5F1CED88B8}"/>
          </ac:spMkLst>
        </pc:spChg>
        <pc:spChg chg="add del">
          <ac:chgData name="Vallabha Deshapande" userId="S::vallabha.deshapande@athenagt.com::b5c944ff-2677-411d-a8ed-95f1b8dd028b" providerId="AD" clId="Web-{063515F7-B95E-CD0C-AE14-0E4BE762F127}" dt="2024-11-01T09:39:58.554" v="17"/>
          <ac:spMkLst>
            <pc:docMk/>
            <pc:sldMk cId="2230952484" sldId="257"/>
            <ac:spMk id="23" creationId="{52D502E5-F6B4-4D58-B4AE-FC466FF15EE8}"/>
          </ac:spMkLst>
        </pc:spChg>
        <pc:spChg chg="add del">
          <ac:chgData name="Vallabha Deshapande" userId="S::vallabha.deshapande@athenagt.com::b5c944ff-2677-411d-a8ed-95f1b8dd028b" providerId="AD" clId="Web-{063515F7-B95E-CD0C-AE14-0E4BE762F127}" dt="2024-11-01T11:36:36.899" v="123"/>
          <ac:spMkLst>
            <pc:docMk/>
            <pc:sldMk cId="2230952484" sldId="257"/>
            <ac:spMk id="26" creationId="{DAAE4CDD-124C-4DCF-9584-B6033B545DD5}"/>
          </ac:spMkLst>
        </pc:spChg>
        <pc:spChg chg="add del">
          <ac:chgData name="Vallabha Deshapande" userId="S::vallabha.deshapande@athenagt.com::b5c944ff-2677-411d-a8ed-95f1b8dd028b" providerId="AD" clId="Web-{063515F7-B95E-CD0C-AE14-0E4BE762F127}" dt="2024-11-01T11:36:36.899" v="123"/>
          <ac:spMkLst>
            <pc:docMk/>
            <pc:sldMk cId="2230952484" sldId="257"/>
            <ac:spMk id="27" creationId="{081E4A58-353D-44AE-B2FC-2A74E2E400F7}"/>
          </ac:spMkLst>
        </pc:spChg>
        <pc:spChg chg="add mod ord">
          <ac:chgData name="Vallabha Deshapande" userId="S::vallabha.deshapande@athenagt.com::b5c944ff-2677-411d-a8ed-95f1b8dd028b" providerId="AD" clId="Web-{063515F7-B95E-CD0C-AE14-0E4BE762F127}" dt="2024-11-01T11:36:36.899" v="123"/>
          <ac:spMkLst>
            <pc:docMk/>
            <pc:sldMk cId="2230952484" sldId="257"/>
            <ac:spMk id="28" creationId="{6B6DD59A-C633-0721-1CBD-A68446BEC697}"/>
          </ac:spMkLst>
        </pc:spChg>
        <pc:grpChg chg="add del">
          <ac:chgData name="Vallabha Deshapande" userId="S::vallabha.deshapande@athenagt.com::b5c944ff-2677-411d-a8ed-95f1b8dd028b" providerId="AD" clId="Web-{063515F7-B95E-CD0C-AE14-0E4BE762F127}" dt="2024-11-01T09:39:39.241" v="13"/>
          <ac:grpSpMkLst>
            <pc:docMk/>
            <pc:sldMk cId="2230952484" sldId="257"/>
            <ac:grpSpMk id="11" creationId="{7A9648D6-B41B-42D0-A817-AE2607B0B5B8}"/>
          </ac:grpSpMkLst>
        </pc:grpChg>
        <pc:grpChg chg="add del">
          <ac:chgData name="Vallabha Deshapande" userId="S::vallabha.deshapande@athenagt.com::b5c944ff-2677-411d-a8ed-95f1b8dd028b" providerId="AD" clId="Web-{063515F7-B95E-CD0C-AE14-0E4BE762F127}" dt="2024-11-01T09:39:49.101" v="15"/>
          <ac:grpSpMkLst>
            <pc:docMk/>
            <pc:sldMk cId="2230952484" sldId="257"/>
            <ac:grpSpMk id="14" creationId="{25EE5136-01F1-466C-962D-BA9B4C6757AA}"/>
          </ac:grpSpMkLst>
        </pc:grpChg>
        <pc:graphicFrameChg chg="add del">
          <ac:chgData name="Vallabha Deshapande" userId="S::vallabha.deshapande@athenagt.com::b5c944ff-2677-411d-a8ed-95f1b8dd028b" providerId="AD" clId="Web-{063515F7-B95E-CD0C-AE14-0E4BE762F127}" dt="2024-11-01T09:39:39.241" v="13"/>
          <ac:graphicFrameMkLst>
            <pc:docMk/>
            <pc:sldMk cId="2230952484" sldId="257"/>
            <ac:graphicFrameMk id="5" creationId="{FF4DA141-EF40-0945-7022-BD550FBE5D25}"/>
          </ac:graphicFrameMkLst>
        </pc:graphicFrameChg>
        <pc:graphicFrameChg chg="add del">
          <ac:chgData name="Vallabha Deshapande" userId="S::vallabha.deshapande@athenagt.com::b5c944ff-2677-411d-a8ed-95f1b8dd028b" providerId="AD" clId="Web-{063515F7-B95E-CD0C-AE14-0E4BE762F127}" dt="2024-11-01T09:39:58.554" v="17"/>
          <ac:graphicFrameMkLst>
            <pc:docMk/>
            <pc:sldMk cId="2230952484" sldId="257"/>
            <ac:graphicFrameMk id="24" creationId="{01A1019B-F8E9-AEF3-4C66-8AFBCE6B1352}"/>
          </ac:graphicFrameMkLst>
        </pc:graphicFrameChg>
        <pc:picChg chg="add del">
          <ac:chgData name="Vallabha Deshapande" userId="S::vallabha.deshapande@athenagt.com::b5c944ff-2677-411d-a8ed-95f1b8dd028b" providerId="AD" clId="Web-{063515F7-B95E-CD0C-AE14-0E4BE762F127}" dt="2024-11-01T09:39:49.101" v="15"/>
          <ac:picMkLst>
            <pc:docMk/>
            <pc:sldMk cId="2230952484" sldId="257"/>
            <ac:picMk id="7" creationId="{30DB7279-3E5B-F7C0-6D1B-92A9F251091B}"/>
          </ac:picMkLst>
        </pc:picChg>
        <pc:cxnChg chg="add del">
          <ac:chgData name="Vallabha Deshapande" userId="S::vallabha.deshapande@athenagt.com::b5c944ff-2677-411d-a8ed-95f1b8dd028b" providerId="AD" clId="Web-{063515F7-B95E-CD0C-AE14-0E4BE762F127}" dt="2024-11-01T09:39:39.241" v="13"/>
          <ac:cxnSpMkLst>
            <pc:docMk/>
            <pc:sldMk cId="2230952484" sldId="257"/>
            <ac:cxnSpMk id="16" creationId="{C49DA8F6-BCC1-4447-B54C-57856834B94B}"/>
          </ac:cxnSpMkLst>
        </pc:cxnChg>
      </pc:sldChg>
      <pc:sldChg chg="addSp delSp modSp new mod setBg modClrScheme delDesignElem chgLayout">
        <pc:chgData name="Vallabha Deshapande" userId="S::vallabha.deshapande@athenagt.com::b5c944ff-2677-411d-a8ed-95f1b8dd028b" providerId="AD" clId="Web-{063515F7-B95E-CD0C-AE14-0E4BE762F127}" dt="2024-11-01T11:36:36.899" v="123"/>
        <pc:sldMkLst>
          <pc:docMk/>
          <pc:sldMk cId="3364614507" sldId="258"/>
        </pc:sldMkLst>
        <pc:spChg chg="mod ord">
          <ac:chgData name="Vallabha Deshapande" userId="S::vallabha.deshapande@athenagt.com::b5c944ff-2677-411d-a8ed-95f1b8dd028b" providerId="AD" clId="Web-{063515F7-B95E-CD0C-AE14-0E4BE762F127}" dt="2024-11-01T11:36:36.899" v="123"/>
          <ac:spMkLst>
            <pc:docMk/>
            <pc:sldMk cId="3364614507" sldId="258"/>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3364614507" sldId="258"/>
            <ac:spMk id="3" creationId="{23D0D8AA-AEAA-2D16-3833-4A5891DF13C3}"/>
          </ac:spMkLst>
        </pc:spChg>
        <pc:spChg chg="add del">
          <ac:chgData name="Vallabha Deshapande" userId="S::vallabha.deshapande@athenagt.com::b5c944ff-2677-411d-a8ed-95f1b8dd028b" providerId="AD" clId="Web-{063515F7-B95E-CD0C-AE14-0E4BE762F127}" dt="2024-11-01T09:51:19.701" v="31"/>
          <ac:spMkLst>
            <pc:docMk/>
            <pc:sldMk cId="3364614507" sldId="258"/>
            <ac:spMk id="8" creationId="{B6CDA21F-E7AF-4C75-8395-33F58D5B0E45}"/>
          </ac:spMkLst>
        </pc:spChg>
        <pc:spChg chg="add del">
          <ac:chgData name="Vallabha Deshapande" userId="S::vallabha.deshapande@athenagt.com::b5c944ff-2677-411d-a8ed-95f1b8dd028b" providerId="AD" clId="Web-{063515F7-B95E-CD0C-AE14-0E4BE762F127}" dt="2024-11-01T09:51:24.514" v="33"/>
          <ac:spMkLst>
            <pc:docMk/>
            <pc:sldMk cId="3364614507" sldId="258"/>
            <ac:spMk id="14" creationId="{E659831F-0D9A-4C63-9EBB-8435B85A440F}"/>
          </ac:spMkLst>
        </pc:spChg>
        <pc:spChg chg="add del">
          <ac:chgData name="Vallabha Deshapande" userId="S::vallabha.deshapande@athenagt.com::b5c944ff-2677-411d-a8ed-95f1b8dd028b" providerId="AD" clId="Web-{063515F7-B95E-CD0C-AE14-0E4BE762F127}" dt="2024-11-01T09:51:19.701" v="31"/>
          <ac:spMkLst>
            <pc:docMk/>
            <pc:sldMk cId="3364614507" sldId="258"/>
            <ac:spMk id="15" creationId="{D5B0017B-2ECA-49AF-B397-DC140825DF8D}"/>
          </ac:spMkLst>
        </pc:spChg>
        <pc:spChg chg="add del">
          <ac:chgData name="Vallabha Deshapande" userId="S::vallabha.deshapande@athenagt.com::b5c944ff-2677-411d-a8ed-95f1b8dd028b" providerId="AD" clId="Web-{063515F7-B95E-CD0C-AE14-0E4BE762F127}" dt="2024-11-01T09:51:24.514" v="33"/>
          <ac:spMkLst>
            <pc:docMk/>
            <pc:sldMk cId="3364614507" sldId="258"/>
            <ac:spMk id="19" creationId="{DBF61EA3-B236-439E-9C0B-340980D56BEE}"/>
          </ac:spMkLst>
        </pc:spChg>
        <pc:spChg chg="add del">
          <ac:chgData name="Vallabha Deshapande" userId="S::vallabha.deshapande@athenagt.com::b5c944ff-2677-411d-a8ed-95f1b8dd028b" providerId="AD" clId="Web-{063515F7-B95E-CD0C-AE14-0E4BE762F127}" dt="2024-11-01T09:51:49.717" v="35"/>
          <ac:spMkLst>
            <pc:docMk/>
            <pc:sldMk cId="3364614507" sldId="258"/>
            <ac:spMk id="22" creationId="{4DA718D0-4865-4629-8134-44F68D41D574}"/>
          </ac:spMkLst>
        </pc:spChg>
        <pc:spChg chg="add del">
          <ac:chgData name="Vallabha Deshapande" userId="S::vallabha.deshapande@athenagt.com::b5c944ff-2677-411d-a8ed-95f1b8dd028b" providerId="AD" clId="Web-{063515F7-B95E-CD0C-AE14-0E4BE762F127}" dt="2024-11-01T09:51:49.717" v="35"/>
          <ac:spMkLst>
            <pc:docMk/>
            <pc:sldMk cId="3364614507" sldId="258"/>
            <ac:spMk id="24" creationId="{CBC4F608-B4B8-48C3-9572-C0F061B1CD99}"/>
          </ac:spMkLst>
        </pc:spChg>
        <pc:spChg chg="add del">
          <ac:chgData name="Vallabha Deshapande" userId="S::vallabha.deshapande@athenagt.com::b5c944ff-2677-411d-a8ed-95f1b8dd028b" providerId="AD" clId="Web-{063515F7-B95E-CD0C-AE14-0E4BE762F127}" dt="2024-11-01T11:36:36.899" v="123"/>
          <ac:spMkLst>
            <pc:docMk/>
            <pc:sldMk cId="3364614507" sldId="258"/>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3364614507" sldId="258"/>
            <ac:spMk id="35" creationId="{E659831F-0D9A-4C63-9EBB-8435B85A440F}"/>
          </ac:spMkLst>
        </pc:spChg>
        <pc:grpChg chg="add del">
          <ac:chgData name="Vallabha Deshapande" userId="S::vallabha.deshapande@athenagt.com::b5c944ff-2677-411d-a8ed-95f1b8dd028b" providerId="AD" clId="Web-{063515F7-B95E-CD0C-AE14-0E4BE762F127}" dt="2024-11-01T09:51:19.701" v="31"/>
          <ac:grpSpMkLst>
            <pc:docMk/>
            <pc:sldMk cId="3364614507" sldId="258"/>
            <ac:grpSpMk id="10" creationId="{AE1C45F0-260A-458C-96ED-C1F6D2151219}"/>
          </ac:grpSpMkLst>
        </pc:grpChg>
        <pc:grpChg chg="add del">
          <ac:chgData name="Vallabha Deshapande" userId="S::vallabha.deshapande@athenagt.com::b5c944ff-2677-411d-a8ed-95f1b8dd028b" providerId="AD" clId="Web-{063515F7-B95E-CD0C-AE14-0E4BE762F127}" dt="2024-11-01T09:51:24.514" v="33"/>
          <ac:grpSpMkLst>
            <pc:docMk/>
            <pc:sldMk cId="3364614507" sldId="258"/>
            <ac:grpSpMk id="20" creationId="{28FAF094-D087-493F-8DF9-A486C2D6BBAA}"/>
          </ac:grpSpMkLst>
        </pc:grpChg>
        <pc:grpChg chg="add del">
          <ac:chgData name="Vallabha Deshapande" userId="S::vallabha.deshapande@athenagt.com::b5c944ff-2677-411d-a8ed-95f1b8dd028b" providerId="AD" clId="Web-{063515F7-B95E-CD0C-AE14-0E4BE762F127}" dt="2024-11-01T09:51:49.717" v="35"/>
          <ac:grpSpMkLst>
            <pc:docMk/>
            <pc:sldMk cId="3364614507" sldId="258"/>
            <ac:grpSpMk id="23" creationId="{65167ED7-6315-43AB-B1B6-C326D5FD8F84}"/>
          </ac:grpSpMkLst>
        </pc:grpChg>
        <pc:grpChg chg="add del">
          <ac:chgData name="Vallabha Deshapande" userId="S::vallabha.deshapande@athenagt.com::b5c944ff-2677-411d-a8ed-95f1b8dd028b" providerId="AD" clId="Web-{063515F7-B95E-CD0C-AE14-0E4BE762F127}" dt="2024-11-01T11:36:36.899" v="123"/>
          <ac:grpSpMkLst>
            <pc:docMk/>
            <pc:sldMk cId="3364614507" sldId="258"/>
            <ac:grpSpMk id="31" creationId="{28FAF094-D087-493F-8DF9-A486C2D6BBAA}"/>
          </ac:grpSpMkLst>
        </pc:grpChg>
        <pc:cxnChg chg="add del">
          <ac:chgData name="Vallabha Deshapande" userId="S::vallabha.deshapande@athenagt.com::b5c944ff-2677-411d-a8ed-95f1b8dd028b" providerId="AD" clId="Web-{063515F7-B95E-CD0C-AE14-0E4BE762F127}" dt="2024-11-01T09:51:19.701" v="31"/>
          <ac:cxnSpMkLst>
            <pc:docMk/>
            <pc:sldMk cId="3364614507" sldId="258"/>
            <ac:cxnSpMk id="17" creationId="{6CF1BAF6-AD41-4082-B212-8A1F9A2E8779}"/>
          </ac:cxnSpMkLst>
        </pc:cxnChg>
      </pc:sldChg>
      <pc:sldChg chg="add del replId">
        <pc:chgData name="Vallabha Deshapande" userId="S::vallabha.deshapande@athenagt.com::b5c944ff-2677-411d-a8ed-95f1b8dd028b" providerId="AD" clId="Web-{063515F7-B95E-CD0C-AE14-0E4BE762F127}" dt="2024-11-01T09:52:02.889" v="37"/>
        <pc:sldMkLst>
          <pc:docMk/>
          <pc:sldMk cId="374818514" sldId="259"/>
        </pc:sldMkLst>
      </pc:sldChg>
      <pc:sldChg chg="add del replId">
        <pc:chgData name="Vallabha Deshapande" userId="S::vallabha.deshapande@athenagt.com::b5c944ff-2677-411d-a8ed-95f1b8dd028b" providerId="AD" clId="Web-{063515F7-B95E-CD0C-AE14-0E4BE762F127}" dt="2024-11-01T09:52:04.499" v="38"/>
        <pc:sldMkLst>
          <pc:docMk/>
          <pc:sldMk cId="2786345781" sldId="260"/>
        </pc:sldMkLst>
      </pc:sldChg>
      <pc:sldChg chg="add del replId">
        <pc:chgData name="Vallabha Deshapande" userId="S::vallabha.deshapande@athenagt.com::b5c944ff-2677-411d-a8ed-95f1b8dd028b" providerId="AD" clId="Web-{063515F7-B95E-CD0C-AE14-0E4BE762F127}" dt="2024-11-01T09:52:05.233" v="39"/>
        <pc:sldMkLst>
          <pc:docMk/>
          <pc:sldMk cId="3624226686" sldId="261"/>
        </pc:sldMkLst>
      </pc:sldChg>
      <pc:sldChg chg="add del replId">
        <pc:chgData name="Vallabha Deshapande" userId="S::vallabha.deshapande@athenagt.com::b5c944ff-2677-411d-a8ed-95f1b8dd028b" providerId="AD" clId="Web-{063515F7-B95E-CD0C-AE14-0E4BE762F127}" dt="2024-11-01T09:52:09.686" v="40"/>
        <pc:sldMkLst>
          <pc:docMk/>
          <pc:sldMk cId="4213112715" sldId="262"/>
        </pc:sldMkLst>
      </pc:sldChg>
      <pc:sldChg chg="add del replId">
        <pc:chgData name="Vallabha Deshapande" userId="S::vallabha.deshapande@athenagt.com::b5c944ff-2677-411d-a8ed-95f1b8dd028b" providerId="AD" clId="Web-{063515F7-B95E-CD0C-AE14-0E4BE762F127}" dt="2024-11-01T09:52:11.155" v="41"/>
        <pc:sldMkLst>
          <pc:docMk/>
          <pc:sldMk cId="2760575596" sldId="263"/>
        </pc:sldMkLst>
      </pc:sldChg>
      <pc:sldChg chg="add del replId">
        <pc:chgData name="Vallabha Deshapande" userId="S::vallabha.deshapande@athenagt.com::b5c944ff-2677-411d-a8ed-95f1b8dd028b" providerId="AD" clId="Web-{063515F7-B95E-CD0C-AE14-0E4BE762F127}" dt="2024-11-01T09:52:12.999" v="42"/>
        <pc:sldMkLst>
          <pc:docMk/>
          <pc:sldMk cId="2950180956" sldId="264"/>
        </pc:sldMkLst>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1018776114" sldId="265"/>
        </pc:sldMkLst>
        <pc:spChg chg="mod ord">
          <ac:chgData name="Vallabha Deshapande" userId="S::vallabha.deshapande@athenagt.com::b5c944ff-2677-411d-a8ed-95f1b8dd028b" providerId="AD" clId="Web-{063515F7-B95E-CD0C-AE14-0E4BE762F127}" dt="2024-11-01T11:36:36.899" v="123"/>
          <ac:spMkLst>
            <pc:docMk/>
            <pc:sldMk cId="1018776114" sldId="265"/>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1018776114" sldId="265"/>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1018776114" sldId="265"/>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1018776114" sldId="265"/>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1018776114" sldId="265"/>
            <ac:grpSpMk id="31" creationId="{28FAF094-D087-493F-8DF9-A486C2D6BBAA}"/>
          </ac:grpSpMkLst>
        </pc:grpChg>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2574804928" sldId="266"/>
        </pc:sldMkLst>
        <pc:spChg chg="mod ord">
          <ac:chgData name="Vallabha Deshapande" userId="S::vallabha.deshapande@athenagt.com::b5c944ff-2677-411d-a8ed-95f1b8dd028b" providerId="AD" clId="Web-{063515F7-B95E-CD0C-AE14-0E4BE762F127}" dt="2024-11-01T11:36:36.899" v="123"/>
          <ac:spMkLst>
            <pc:docMk/>
            <pc:sldMk cId="2574804928" sldId="266"/>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2574804928" sldId="266"/>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2574804928" sldId="266"/>
            <ac:spMk id="29" creationId="{DBF61EA3-B236-439E-9C0B-340980D56BEE}"/>
          </ac:spMkLst>
        </pc:spChg>
        <pc:spChg chg="mod">
          <ac:chgData name="Vallabha Deshapande" userId="S::vallabha.deshapande@athenagt.com::b5c944ff-2677-411d-a8ed-95f1b8dd028b" providerId="AD" clId="Web-{063515F7-B95E-CD0C-AE14-0E4BE762F127}" dt="2024-11-01T09:59:08.097" v="71"/>
          <ac:spMkLst>
            <pc:docMk/>
            <pc:sldMk cId="2574804928" sldId="266"/>
            <ac:spMk id="32" creationId="{8D7C88D8-5509-4514-925A-9CE148E5CBD6}"/>
          </ac:spMkLst>
        </pc:spChg>
        <pc:spChg chg="mod">
          <ac:chgData name="Vallabha Deshapande" userId="S::vallabha.deshapande@athenagt.com::b5c944ff-2677-411d-a8ed-95f1b8dd028b" providerId="AD" clId="Web-{063515F7-B95E-CD0C-AE14-0E4BE762F127}" dt="2024-11-01T09:59:08.097" v="70"/>
          <ac:spMkLst>
            <pc:docMk/>
            <pc:sldMk cId="2574804928" sldId="266"/>
            <ac:spMk id="33" creationId="{7275593D-F75E-4426-AE3E-2CDEFD228D25}"/>
          </ac:spMkLst>
        </pc:spChg>
        <pc:spChg chg="add del">
          <ac:chgData name="Vallabha Deshapande" userId="S::vallabha.deshapande@athenagt.com::b5c944ff-2677-411d-a8ed-95f1b8dd028b" providerId="AD" clId="Web-{063515F7-B95E-CD0C-AE14-0E4BE762F127}" dt="2024-11-01T11:36:36.899" v="123"/>
          <ac:spMkLst>
            <pc:docMk/>
            <pc:sldMk cId="2574804928" sldId="266"/>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2574804928" sldId="266"/>
            <ac:grpSpMk id="31" creationId="{28FAF094-D087-493F-8DF9-A486C2D6BBAA}"/>
          </ac:grpSpMkLst>
        </pc:grpChg>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2482787801" sldId="267"/>
        </pc:sldMkLst>
        <pc:spChg chg="mod ord">
          <ac:chgData name="Vallabha Deshapande" userId="S::vallabha.deshapande@athenagt.com::b5c944ff-2677-411d-a8ed-95f1b8dd028b" providerId="AD" clId="Web-{063515F7-B95E-CD0C-AE14-0E4BE762F127}" dt="2024-11-01T11:36:36.899" v="123"/>
          <ac:spMkLst>
            <pc:docMk/>
            <pc:sldMk cId="2482787801" sldId="267"/>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2482787801" sldId="267"/>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2482787801" sldId="267"/>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2482787801" sldId="267"/>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2482787801" sldId="267"/>
            <ac:grpSpMk id="31" creationId="{28FAF094-D087-493F-8DF9-A486C2D6BBAA}"/>
          </ac:grpSpMkLst>
        </pc:grpChg>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4292788240" sldId="268"/>
        </pc:sldMkLst>
        <pc:spChg chg="mod ord">
          <ac:chgData name="Vallabha Deshapande" userId="S::vallabha.deshapande@athenagt.com::b5c944ff-2677-411d-a8ed-95f1b8dd028b" providerId="AD" clId="Web-{063515F7-B95E-CD0C-AE14-0E4BE762F127}" dt="2024-11-01T11:36:36.899" v="123"/>
          <ac:spMkLst>
            <pc:docMk/>
            <pc:sldMk cId="4292788240" sldId="268"/>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4292788240" sldId="268"/>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4292788240" sldId="268"/>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4292788240" sldId="268"/>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4292788240" sldId="268"/>
            <ac:grpSpMk id="31" creationId="{28FAF094-D087-493F-8DF9-A486C2D6BBAA}"/>
          </ac:grpSpMkLst>
        </pc:grpChg>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66439337" sldId="269"/>
        </pc:sldMkLst>
        <pc:spChg chg="mod ord">
          <ac:chgData name="Vallabha Deshapande" userId="S::vallabha.deshapande@athenagt.com::b5c944ff-2677-411d-a8ed-95f1b8dd028b" providerId="AD" clId="Web-{063515F7-B95E-CD0C-AE14-0E4BE762F127}" dt="2024-11-01T11:36:36.899" v="123"/>
          <ac:spMkLst>
            <pc:docMk/>
            <pc:sldMk cId="66439337" sldId="269"/>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66439337" sldId="269"/>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66439337" sldId="269"/>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66439337" sldId="269"/>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66439337" sldId="269"/>
            <ac:grpSpMk id="31" creationId="{28FAF094-D087-493F-8DF9-A486C2D6BBAA}"/>
          </ac:grpSpMkLst>
        </pc:grpChg>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3408986135" sldId="270"/>
        </pc:sldMkLst>
        <pc:spChg chg="mod ord">
          <ac:chgData name="Vallabha Deshapande" userId="S::vallabha.deshapande@athenagt.com::b5c944ff-2677-411d-a8ed-95f1b8dd028b" providerId="AD" clId="Web-{063515F7-B95E-CD0C-AE14-0E4BE762F127}" dt="2024-11-01T11:36:36.899" v="123"/>
          <ac:spMkLst>
            <pc:docMk/>
            <pc:sldMk cId="3408986135" sldId="270"/>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3408986135" sldId="270"/>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3408986135" sldId="270"/>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3408986135" sldId="270"/>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3408986135" sldId="270"/>
            <ac:grpSpMk id="31" creationId="{28FAF094-D087-493F-8DF9-A486C2D6BBAA}"/>
          </ac:grpSpMkLst>
        </pc:grpChg>
      </pc:sldChg>
      <pc:sldChg chg="addSp delSp modSp add mod replId modClrScheme delDesignElem chgLayout">
        <pc:chgData name="Vallabha Deshapande" userId="S::vallabha.deshapande@athenagt.com::b5c944ff-2677-411d-a8ed-95f1b8dd028b" providerId="AD" clId="Web-{063515F7-B95E-CD0C-AE14-0E4BE762F127}" dt="2024-11-01T11:36:36.899" v="123"/>
        <pc:sldMkLst>
          <pc:docMk/>
          <pc:sldMk cId="2238801902" sldId="271"/>
        </pc:sldMkLst>
        <pc:spChg chg="mod ord">
          <ac:chgData name="Vallabha Deshapande" userId="S::vallabha.deshapande@athenagt.com::b5c944ff-2677-411d-a8ed-95f1b8dd028b" providerId="AD" clId="Web-{063515F7-B95E-CD0C-AE14-0E4BE762F127}" dt="2024-11-01T11:36:36.899" v="123"/>
          <ac:spMkLst>
            <pc:docMk/>
            <pc:sldMk cId="2238801902" sldId="271"/>
            <ac:spMk id="2" creationId="{61E7AB44-13AB-2704-E6DA-7C716883BC10}"/>
          </ac:spMkLst>
        </pc:spChg>
        <pc:spChg chg="mod ord">
          <ac:chgData name="Vallabha Deshapande" userId="S::vallabha.deshapande@athenagt.com::b5c944ff-2677-411d-a8ed-95f1b8dd028b" providerId="AD" clId="Web-{063515F7-B95E-CD0C-AE14-0E4BE762F127}" dt="2024-11-01T11:36:36.899" v="123"/>
          <ac:spMkLst>
            <pc:docMk/>
            <pc:sldMk cId="2238801902" sldId="271"/>
            <ac:spMk id="3" creationId="{23D0D8AA-AEAA-2D16-3833-4A5891DF13C3}"/>
          </ac:spMkLst>
        </pc:spChg>
        <pc:spChg chg="add del">
          <ac:chgData name="Vallabha Deshapande" userId="S::vallabha.deshapande@athenagt.com::b5c944ff-2677-411d-a8ed-95f1b8dd028b" providerId="AD" clId="Web-{063515F7-B95E-CD0C-AE14-0E4BE762F127}" dt="2024-11-01T11:36:36.899" v="123"/>
          <ac:spMkLst>
            <pc:docMk/>
            <pc:sldMk cId="2238801902" sldId="271"/>
            <ac:spMk id="29" creationId="{DBF61EA3-B236-439E-9C0B-340980D56BEE}"/>
          </ac:spMkLst>
        </pc:spChg>
        <pc:spChg chg="add del">
          <ac:chgData name="Vallabha Deshapande" userId="S::vallabha.deshapande@athenagt.com::b5c944ff-2677-411d-a8ed-95f1b8dd028b" providerId="AD" clId="Web-{063515F7-B95E-CD0C-AE14-0E4BE762F127}" dt="2024-11-01T11:36:36.899" v="123"/>
          <ac:spMkLst>
            <pc:docMk/>
            <pc:sldMk cId="2238801902" sldId="271"/>
            <ac:spMk id="35" creationId="{E659831F-0D9A-4C63-9EBB-8435B85A440F}"/>
          </ac:spMkLst>
        </pc:spChg>
        <pc:grpChg chg="add del">
          <ac:chgData name="Vallabha Deshapande" userId="S::vallabha.deshapande@athenagt.com::b5c944ff-2677-411d-a8ed-95f1b8dd028b" providerId="AD" clId="Web-{063515F7-B95E-CD0C-AE14-0E4BE762F127}" dt="2024-11-01T11:36:36.899" v="123"/>
          <ac:grpSpMkLst>
            <pc:docMk/>
            <pc:sldMk cId="2238801902" sldId="271"/>
            <ac:grpSpMk id="31" creationId="{28FAF094-D087-493F-8DF9-A486C2D6BBAA}"/>
          </ac:grpSpMkLst>
        </pc:grpChg>
      </pc:sldChg>
      <pc:sldChg chg="addSp delSp modSp new mod setBg">
        <pc:chgData name="Vallabha Deshapande" userId="S::vallabha.deshapande@athenagt.com::b5c944ff-2677-411d-a8ed-95f1b8dd028b" providerId="AD" clId="Web-{063515F7-B95E-CD0C-AE14-0E4BE762F127}" dt="2024-11-01T12:09:52.592" v="166"/>
        <pc:sldMkLst>
          <pc:docMk/>
          <pc:sldMk cId="762711388" sldId="272"/>
        </pc:sldMkLst>
        <pc:spChg chg="mod">
          <ac:chgData name="Vallabha Deshapande" userId="S::vallabha.deshapande@athenagt.com::b5c944ff-2677-411d-a8ed-95f1b8dd028b" providerId="AD" clId="Web-{063515F7-B95E-CD0C-AE14-0E4BE762F127}" dt="2024-11-01T12:09:52.592" v="166"/>
          <ac:spMkLst>
            <pc:docMk/>
            <pc:sldMk cId="762711388" sldId="272"/>
            <ac:spMk id="2" creationId="{A05C5960-2872-50E0-AC9F-0B318CAB58D9}"/>
          </ac:spMkLst>
        </pc:spChg>
        <pc:spChg chg="mod">
          <ac:chgData name="Vallabha Deshapande" userId="S::vallabha.deshapande@athenagt.com::b5c944ff-2677-411d-a8ed-95f1b8dd028b" providerId="AD" clId="Web-{063515F7-B95E-CD0C-AE14-0E4BE762F127}" dt="2024-11-01T12:09:52.592" v="166"/>
          <ac:spMkLst>
            <pc:docMk/>
            <pc:sldMk cId="762711388" sldId="272"/>
            <ac:spMk id="3" creationId="{D6D7B139-3C2A-012E-F098-24124C0B210A}"/>
          </ac:spMkLst>
        </pc:spChg>
        <pc:spChg chg="add del">
          <ac:chgData name="Vallabha Deshapande" userId="S::vallabha.deshapande@athenagt.com::b5c944ff-2677-411d-a8ed-95f1b8dd028b" providerId="AD" clId="Web-{063515F7-B95E-CD0C-AE14-0E4BE762F127}" dt="2024-11-01T12:09:33.451" v="163"/>
          <ac:spMkLst>
            <pc:docMk/>
            <pc:sldMk cId="762711388" sldId="272"/>
            <ac:spMk id="8" creationId="{C2554CA6-288E-4202-BC52-2E5A8F0C0AED}"/>
          </ac:spMkLst>
        </pc:spChg>
        <pc:spChg chg="add del">
          <ac:chgData name="Vallabha Deshapande" userId="S::vallabha.deshapande@athenagt.com::b5c944ff-2677-411d-a8ed-95f1b8dd028b" providerId="AD" clId="Web-{063515F7-B95E-CD0C-AE14-0E4BE762F127}" dt="2024-11-01T12:09:28.201" v="161"/>
          <ac:spMkLst>
            <pc:docMk/>
            <pc:sldMk cId="762711388" sldId="272"/>
            <ac:spMk id="10" creationId="{245A9F99-D9B1-4094-A2E2-B90AC1DB7B9C}"/>
          </ac:spMkLst>
        </pc:spChg>
        <pc:spChg chg="add del">
          <ac:chgData name="Vallabha Deshapande" userId="S::vallabha.deshapande@athenagt.com::b5c944ff-2677-411d-a8ed-95f1b8dd028b" providerId="AD" clId="Web-{063515F7-B95E-CD0C-AE14-0E4BE762F127}" dt="2024-11-01T12:09:28.201" v="161"/>
          <ac:spMkLst>
            <pc:docMk/>
            <pc:sldMk cId="762711388" sldId="272"/>
            <ac:spMk id="12" creationId="{B7FAF607-473A-4A43-A23D-BBFF5C4117BB}"/>
          </ac:spMkLst>
        </pc:spChg>
        <pc:spChg chg="add del">
          <ac:chgData name="Vallabha Deshapande" userId="S::vallabha.deshapande@athenagt.com::b5c944ff-2677-411d-a8ed-95f1b8dd028b" providerId="AD" clId="Web-{063515F7-B95E-CD0C-AE14-0E4BE762F127}" dt="2024-11-01T12:09:52.592" v="165"/>
          <ac:spMkLst>
            <pc:docMk/>
            <pc:sldMk cId="762711388" sldId="272"/>
            <ac:spMk id="16" creationId="{9F835A99-04AC-494A-A572-AFE8413CC938}"/>
          </ac:spMkLst>
        </pc:spChg>
        <pc:spChg chg="add del">
          <ac:chgData name="Vallabha Deshapande" userId="S::vallabha.deshapande@athenagt.com::b5c944ff-2677-411d-a8ed-95f1b8dd028b" providerId="AD" clId="Web-{063515F7-B95E-CD0C-AE14-0E4BE762F127}" dt="2024-11-01T12:09:52.592" v="165"/>
          <ac:spMkLst>
            <pc:docMk/>
            <pc:sldMk cId="762711388" sldId="272"/>
            <ac:spMk id="18" creationId="{7B786209-1B0B-4CA9-9BDD-F7327066A84D}"/>
          </ac:spMkLst>
        </pc:spChg>
        <pc:spChg chg="add del">
          <ac:chgData name="Vallabha Deshapande" userId="S::vallabha.deshapande@athenagt.com::b5c944ff-2677-411d-a8ed-95f1b8dd028b" providerId="AD" clId="Web-{063515F7-B95E-CD0C-AE14-0E4BE762F127}" dt="2024-11-01T12:09:33.451" v="163"/>
          <ac:spMkLst>
            <pc:docMk/>
            <pc:sldMk cId="762711388" sldId="272"/>
            <ac:spMk id="19" creationId="{B10BB131-AC8E-4A8E-A5D1-36260F720C3B}"/>
          </ac:spMkLst>
        </pc:spChg>
        <pc:spChg chg="add del">
          <ac:chgData name="Vallabha Deshapande" userId="S::vallabha.deshapande@athenagt.com::b5c944ff-2677-411d-a8ed-95f1b8dd028b" providerId="AD" clId="Web-{063515F7-B95E-CD0C-AE14-0E4BE762F127}" dt="2024-11-01T12:09:33.451" v="163"/>
          <ac:spMkLst>
            <pc:docMk/>
            <pc:sldMk cId="762711388" sldId="272"/>
            <ac:spMk id="20" creationId="{5B7778FC-632E-4DCA-A7CB-0D7731CCF970}"/>
          </ac:spMkLst>
        </pc:spChg>
        <pc:spChg chg="add del">
          <ac:chgData name="Vallabha Deshapande" userId="S::vallabha.deshapande@athenagt.com::b5c944ff-2677-411d-a8ed-95f1b8dd028b" providerId="AD" clId="Web-{063515F7-B95E-CD0C-AE14-0E4BE762F127}" dt="2024-11-01T12:09:33.451" v="163"/>
          <ac:spMkLst>
            <pc:docMk/>
            <pc:sldMk cId="762711388" sldId="272"/>
            <ac:spMk id="21" creationId="{FA23A907-97FB-4A8F-880A-DD77401C4296}"/>
          </ac:spMkLst>
        </pc:spChg>
        <pc:spChg chg="add del">
          <ac:chgData name="Vallabha Deshapande" userId="S::vallabha.deshapande@athenagt.com::b5c944ff-2677-411d-a8ed-95f1b8dd028b" providerId="AD" clId="Web-{063515F7-B95E-CD0C-AE14-0E4BE762F127}" dt="2024-11-01T12:09:52.592" v="165"/>
          <ac:spMkLst>
            <pc:docMk/>
            <pc:sldMk cId="762711388" sldId="272"/>
            <ac:spMk id="22" creationId="{6691AC69-A76E-4DAB-B565-468B6B87ACF3}"/>
          </ac:spMkLst>
        </pc:spChg>
        <pc:spChg chg="add del">
          <ac:chgData name="Vallabha Deshapande" userId="S::vallabha.deshapande@athenagt.com::b5c944ff-2677-411d-a8ed-95f1b8dd028b" providerId="AD" clId="Web-{063515F7-B95E-CD0C-AE14-0E4BE762F127}" dt="2024-11-01T12:09:52.592" v="165"/>
          <ac:spMkLst>
            <pc:docMk/>
            <pc:sldMk cId="762711388" sldId="272"/>
            <ac:spMk id="23" creationId="{E92FEB64-6EEA-4759-B4A4-BD2C1E660BA8}"/>
          </ac:spMkLst>
        </pc:spChg>
        <pc:spChg chg="add del">
          <ac:chgData name="Vallabha Deshapande" userId="S::vallabha.deshapande@athenagt.com::b5c944ff-2677-411d-a8ed-95f1b8dd028b" providerId="AD" clId="Web-{063515F7-B95E-CD0C-AE14-0E4BE762F127}" dt="2024-11-01T12:09:52.592" v="165"/>
          <ac:spMkLst>
            <pc:docMk/>
            <pc:sldMk cId="762711388" sldId="272"/>
            <ac:spMk id="24" creationId="{B10BB131-AC8E-4A8E-A5D1-36260F720C3B}"/>
          </ac:spMkLst>
        </pc:spChg>
        <pc:spChg chg="add del">
          <ac:chgData name="Vallabha Deshapande" userId="S::vallabha.deshapande@athenagt.com::b5c944ff-2677-411d-a8ed-95f1b8dd028b" providerId="AD" clId="Web-{063515F7-B95E-CD0C-AE14-0E4BE762F127}" dt="2024-11-01T12:09:52.592" v="165"/>
          <ac:spMkLst>
            <pc:docMk/>
            <pc:sldMk cId="762711388" sldId="272"/>
            <ac:spMk id="25" creationId="{14847E93-7DC1-4D4B-8829-B19AA7137C50}"/>
          </ac:spMkLst>
        </pc:spChg>
        <pc:spChg chg="add del">
          <ac:chgData name="Vallabha Deshapande" userId="S::vallabha.deshapande@athenagt.com::b5c944ff-2677-411d-a8ed-95f1b8dd028b" providerId="AD" clId="Web-{063515F7-B95E-CD0C-AE14-0E4BE762F127}" dt="2024-11-01T12:09:52.592" v="165"/>
          <ac:spMkLst>
            <pc:docMk/>
            <pc:sldMk cId="762711388" sldId="272"/>
            <ac:spMk id="26" creationId="{5566D6E1-03A1-4D73-A4E0-35D74D568A04}"/>
          </ac:spMkLst>
        </pc:spChg>
        <pc:spChg chg="add del">
          <ac:chgData name="Vallabha Deshapande" userId="S::vallabha.deshapande@athenagt.com::b5c944ff-2677-411d-a8ed-95f1b8dd028b" providerId="AD" clId="Web-{063515F7-B95E-CD0C-AE14-0E4BE762F127}" dt="2024-11-01T12:09:52.592" v="165"/>
          <ac:spMkLst>
            <pc:docMk/>
            <pc:sldMk cId="762711388" sldId="272"/>
            <ac:spMk id="27" creationId="{2D2964BB-484D-45AE-AD66-D407D0629652}"/>
          </ac:spMkLst>
        </pc:spChg>
        <pc:spChg chg="add">
          <ac:chgData name="Vallabha Deshapande" userId="S::vallabha.deshapande@athenagt.com::b5c944ff-2677-411d-a8ed-95f1b8dd028b" providerId="AD" clId="Web-{063515F7-B95E-CD0C-AE14-0E4BE762F127}" dt="2024-11-01T12:09:52.592" v="166"/>
          <ac:spMkLst>
            <pc:docMk/>
            <pc:sldMk cId="762711388" sldId="272"/>
            <ac:spMk id="29" creationId="{081EA652-8C6A-4E69-BEB9-170809474553}"/>
          </ac:spMkLst>
        </pc:spChg>
        <pc:spChg chg="add">
          <ac:chgData name="Vallabha Deshapande" userId="S::vallabha.deshapande@athenagt.com::b5c944ff-2677-411d-a8ed-95f1b8dd028b" providerId="AD" clId="Web-{063515F7-B95E-CD0C-AE14-0E4BE762F127}" dt="2024-11-01T12:09:52.592" v="166"/>
          <ac:spMkLst>
            <pc:docMk/>
            <pc:sldMk cId="762711388" sldId="272"/>
            <ac:spMk id="30" creationId="{5298780A-33B9-4EA2-8F67-DE68AD62841B}"/>
          </ac:spMkLst>
        </pc:spChg>
        <pc:spChg chg="add">
          <ac:chgData name="Vallabha Deshapande" userId="S::vallabha.deshapande@athenagt.com::b5c944ff-2677-411d-a8ed-95f1b8dd028b" providerId="AD" clId="Web-{063515F7-B95E-CD0C-AE14-0E4BE762F127}" dt="2024-11-01T12:09:52.592" v="166"/>
          <ac:spMkLst>
            <pc:docMk/>
            <pc:sldMk cId="762711388" sldId="272"/>
            <ac:spMk id="31" creationId="{7F488E8B-4E1E-4402-8935-D4E6C02615C7}"/>
          </ac:spMkLst>
        </pc:spChg>
        <pc:grpChg chg="add del">
          <ac:chgData name="Vallabha Deshapande" userId="S::vallabha.deshapande@athenagt.com::b5c944ff-2677-411d-a8ed-95f1b8dd028b" providerId="AD" clId="Web-{063515F7-B95E-CD0C-AE14-0E4BE762F127}" dt="2024-11-01T12:09:28.201" v="161"/>
          <ac:grpSpMkLst>
            <pc:docMk/>
            <pc:sldMk cId="762711388" sldId="272"/>
            <ac:grpSpMk id="14" creationId="{C5F6476F-D303-44D3-B30F-1BA348F0F64A}"/>
          </ac:grpSpMkLst>
        </pc:grpChg>
        <pc:picChg chg="add del">
          <ac:chgData name="Vallabha Deshapande" userId="S::vallabha.deshapande@athenagt.com::b5c944ff-2677-411d-a8ed-95f1b8dd028b" providerId="AD" clId="Web-{063515F7-B95E-CD0C-AE14-0E4BE762F127}" dt="2024-11-01T12:09:28.201" v="161"/>
          <ac:picMkLst>
            <pc:docMk/>
            <pc:sldMk cId="762711388" sldId="272"/>
            <ac:picMk id="7" creationId="{11C27874-D044-F0DD-2586-276F46C633B0}"/>
          </ac:picMkLst>
        </pc:picChg>
      </pc:sldChg>
      <pc:sldChg chg="modSp add replId">
        <pc:chgData name="Vallabha Deshapande" userId="S::vallabha.deshapande@athenagt.com::b5c944ff-2677-411d-a8ed-95f1b8dd028b" providerId="AD" clId="Web-{063515F7-B95E-CD0C-AE14-0E4BE762F127}" dt="2024-11-01T12:04:30.763" v="149" actId="20577"/>
        <pc:sldMkLst>
          <pc:docMk/>
          <pc:sldMk cId="1135704865" sldId="273"/>
        </pc:sldMkLst>
        <pc:spChg chg="mod">
          <ac:chgData name="Vallabha Deshapande" userId="S::vallabha.deshapande@athenagt.com::b5c944ff-2677-411d-a8ed-95f1b8dd028b" providerId="AD" clId="Web-{063515F7-B95E-CD0C-AE14-0E4BE762F127}" dt="2024-11-01T12:04:30.763" v="149" actId="20577"/>
          <ac:spMkLst>
            <pc:docMk/>
            <pc:sldMk cId="1135704865" sldId="273"/>
            <ac:spMk id="3" creationId="{23D0D8AA-AEAA-2D16-3833-4A5891DF13C3}"/>
          </ac:spMkLst>
        </pc:spChg>
      </pc:sldChg>
      <pc:sldChg chg="modSp add replId">
        <pc:chgData name="Vallabha Deshapande" userId="S::vallabha.deshapande@athenagt.com::b5c944ff-2677-411d-a8ed-95f1b8dd028b" providerId="AD" clId="Web-{063515F7-B95E-CD0C-AE14-0E4BE762F127}" dt="2024-11-01T12:04:47.669" v="151" actId="20577"/>
        <pc:sldMkLst>
          <pc:docMk/>
          <pc:sldMk cId="4210674022" sldId="274"/>
        </pc:sldMkLst>
        <pc:spChg chg="mod">
          <ac:chgData name="Vallabha Deshapande" userId="S::vallabha.deshapande@athenagt.com::b5c944ff-2677-411d-a8ed-95f1b8dd028b" providerId="AD" clId="Web-{063515F7-B95E-CD0C-AE14-0E4BE762F127}" dt="2024-11-01T12:04:47.669" v="151" actId="20577"/>
          <ac:spMkLst>
            <pc:docMk/>
            <pc:sldMk cId="4210674022" sldId="274"/>
            <ac:spMk id="3" creationId="{23D0D8AA-AEAA-2D16-3833-4A5891DF13C3}"/>
          </ac:spMkLst>
        </pc:spChg>
      </pc:sldChg>
      <pc:sldChg chg="modSp add replId">
        <pc:chgData name="Vallabha Deshapande" userId="S::vallabha.deshapande@athenagt.com::b5c944ff-2677-411d-a8ed-95f1b8dd028b" providerId="AD" clId="Web-{063515F7-B95E-CD0C-AE14-0E4BE762F127}" dt="2024-11-01T12:05:02.200" v="153" actId="20577"/>
        <pc:sldMkLst>
          <pc:docMk/>
          <pc:sldMk cId="825105923" sldId="275"/>
        </pc:sldMkLst>
        <pc:spChg chg="mod">
          <ac:chgData name="Vallabha Deshapande" userId="S::vallabha.deshapande@athenagt.com::b5c944ff-2677-411d-a8ed-95f1b8dd028b" providerId="AD" clId="Web-{063515F7-B95E-CD0C-AE14-0E4BE762F127}" dt="2024-11-01T12:05:02.200" v="153" actId="20577"/>
          <ac:spMkLst>
            <pc:docMk/>
            <pc:sldMk cId="825105923" sldId="275"/>
            <ac:spMk id="3" creationId="{23D0D8AA-AEAA-2D16-3833-4A5891DF13C3}"/>
          </ac:spMkLst>
        </pc:spChg>
      </pc:sldChg>
      <pc:sldChg chg="modSp add replId">
        <pc:chgData name="Vallabha Deshapande" userId="S::vallabha.deshapande@athenagt.com::b5c944ff-2677-411d-a8ed-95f1b8dd028b" providerId="AD" clId="Web-{063515F7-B95E-CD0C-AE14-0E4BE762F127}" dt="2024-11-01T12:05:23.825" v="156" actId="20577"/>
        <pc:sldMkLst>
          <pc:docMk/>
          <pc:sldMk cId="1073038920" sldId="276"/>
        </pc:sldMkLst>
        <pc:spChg chg="mod">
          <ac:chgData name="Vallabha Deshapande" userId="S::vallabha.deshapande@athenagt.com::b5c944ff-2677-411d-a8ed-95f1b8dd028b" providerId="AD" clId="Web-{063515F7-B95E-CD0C-AE14-0E4BE762F127}" dt="2024-11-01T12:05:23.825" v="156" actId="20577"/>
          <ac:spMkLst>
            <pc:docMk/>
            <pc:sldMk cId="1073038920" sldId="276"/>
            <ac:spMk id="3" creationId="{23D0D8AA-AEAA-2D16-3833-4A5891DF13C3}"/>
          </ac:spMkLst>
        </pc:spChg>
      </pc:sldChg>
      <pc:sldChg chg="addSp delSp modSp new mod setBg">
        <pc:chgData name="Vallabha Deshapande" userId="S::vallabha.deshapande@athenagt.com::b5c944ff-2677-411d-a8ed-95f1b8dd028b" providerId="AD" clId="Web-{063515F7-B95E-CD0C-AE14-0E4BE762F127}" dt="2024-11-01T12:11:03.389" v="183"/>
        <pc:sldMkLst>
          <pc:docMk/>
          <pc:sldMk cId="7299319" sldId="277"/>
        </pc:sldMkLst>
        <pc:spChg chg="mod">
          <ac:chgData name="Vallabha Deshapande" userId="S::vallabha.deshapande@athenagt.com::b5c944ff-2677-411d-a8ed-95f1b8dd028b" providerId="AD" clId="Web-{063515F7-B95E-CD0C-AE14-0E4BE762F127}" dt="2024-11-01T12:11:03.389" v="183"/>
          <ac:spMkLst>
            <pc:docMk/>
            <pc:sldMk cId="7299319" sldId="277"/>
            <ac:spMk id="2" creationId="{D37DA38C-7872-9AC6-8C07-D96A27E96AFF}"/>
          </ac:spMkLst>
        </pc:spChg>
        <pc:spChg chg="del mod">
          <ac:chgData name="Vallabha Deshapande" userId="S::vallabha.deshapande@athenagt.com::b5c944ff-2677-411d-a8ed-95f1b8dd028b" providerId="AD" clId="Web-{063515F7-B95E-CD0C-AE14-0E4BE762F127}" dt="2024-11-01T12:11:03.389" v="183"/>
          <ac:spMkLst>
            <pc:docMk/>
            <pc:sldMk cId="7299319" sldId="277"/>
            <ac:spMk id="3" creationId="{6D717611-2761-E8ED-2546-FBF29B144A66}"/>
          </ac:spMkLst>
        </pc:spChg>
        <pc:spChg chg="add">
          <ac:chgData name="Vallabha Deshapande" userId="S::vallabha.deshapande@athenagt.com::b5c944ff-2677-411d-a8ed-95f1b8dd028b" providerId="AD" clId="Web-{063515F7-B95E-CD0C-AE14-0E4BE762F127}" dt="2024-11-01T12:11:03.389" v="183"/>
          <ac:spMkLst>
            <pc:docMk/>
            <pc:sldMk cId="7299319" sldId="277"/>
            <ac:spMk id="9" creationId="{7517A47C-B2E5-4B79-8061-D74B1311AF6E}"/>
          </ac:spMkLst>
        </pc:spChg>
        <pc:spChg chg="add">
          <ac:chgData name="Vallabha Deshapande" userId="S::vallabha.deshapande@athenagt.com::b5c944ff-2677-411d-a8ed-95f1b8dd028b" providerId="AD" clId="Web-{063515F7-B95E-CD0C-AE14-0E4BE762F127}" dt="2024-11-01T12:11:03.389" v="183"/>
          <ac:spMkLst>
            <pc:docMk/>
            <pc:sldMk cId="7299319" sldId="277"/>
            <ac:spMk id="11" creationId="{C505E780-2083-4CB5-A42A-5E0E2908ECC3}"/>
          </ac:spMkLst>
        </pc:spChg>
        <pc:spChg chg="add">
          <ac:chgData name="Vallabha Deshapande" userId="S::vallabha.deshapande@athenagt.com::b5c944ff-2677-411d-a8ed-95f1b8dd028b" providerId="AD" clId="Web-{063515F7-B95E-CD0C-AE14-0E4BE762F127}" dt="2024-11-01T12:11:03.389" v="183"/>
          <ac:spMkLst>
            <pc:docMk/>
            <pc:sldMk cId="7299319" sldId="277"/>
            <ac:spMk id="13" creationId="{D2C0AE1C-0118-41AE-8A10-7CDCBF10E96F}"/>
          </ac:spMkLst>
        </pc:spChg>
        <pc:spChg chg="add">
          <ac:chgData name="Vallabha Deshapande" userId="S::vallabha.deshapande@athenagt.com::b5c944ff-2677-411d-a8ed-95f1b8dd028b" providerId="AD" clId="Web-{063515F7-B95E-CD0C-AE14-0E4BE762F127}" dt="2024-11-01T12:11:03.389" v="183"/>
          <ac:spMkLst>
            <pc:docMk/>
            <pc:sldMk cId="7299319" sldId="277"/>
            <ac:spMk id="15" creationId="{463EEC44-1BA3-44ED-81FC-A644B04B2A44}"/>
          </ac:spMkLst>
        </pc:spChg>
        <pc:graphicFrameChg chg="add">
          <ac:chgData name="Vallabha Deshapande" userId="S::vallabha.deshapande@athenagt.com::b5c944ff-2677-411d-a8ed-95f1b8dd028b" providerId="AD" clId="Web-{063515F7-B95E-CD0C-AE14-0E4BE762F127}" dt="2024-11-01T12:11:03.389" v="183"/>
          <ac:graphicFrameMkLst>
            <pc:docMk/>
            <pc:sldMk cId="7299319" sldId="277"/>
            <ac:graphicFrameMk id="5" creationId="{ED389B76-1232-D53B-5518-B97B68DD22B0}"/>
          </ac:graphicFrameMkLst>
        </pc:graphicFrameChg>
      </pc:sldChg>
      <pc:sldChg chg="addSp delSp modSp add replId">
        <pc:chgData name="Vallabha Deshapande" userId="S::vallabha.deshapande@athenagt.com::b5c944ff-2677-411d-a8ed-95f1b8dd028b" providerId="AD" clId="Web-{063515F7-B95E-CD0C-AE14-0E4BE762F127}" dt="2024-11-01T12:14:58.484" v="212" actId="14100"/>
        <pc:sldMkLst>
          <pc:docMk/>
          <pc:sldMk cId="2400907018" sldId="278"/>
        </pc:sldMkLst>
        <pc:spChg chg="mod">
          <ac:chgData name="Vallabha Deshapande" userId="S::vallabha.deshapande@athenagt.com::b5c944ff-2677-411d-a8ed-95f1b8dd028b" providerId="AD" clId="Web-{063515F7-B95E-CD0C-AE14-0E4BE762F127}" dt="2024-11-01T12:14:58.484" v="212" actId="14100"/>
          <ac:spMkLst>
            <pc:docMk/>
            <pc:sldMk cId="2400907018" sldId="278"/>
            <ac:spMk id="2" creationId="{D37DA38C-7872-9AC6-8C07-D96A27E96AFF}"/>
          </ac:spMkLst>
        </pc:spChg>
        <pc:spChg chg="add del">
          <ac:chgData name="Vallabha Deshapande" userId="S::vallabha.deshapande@athenagt.com::b5c944ff-2677-411d-a8ed-95f1b8dd028b" providerId="AD" clId="Web-{063515F7-B95E-CD0C-AE14-0E4BE762F127}" dt="2024-11-01T12:14:39.249" v="209"/>
          <ac:spMkLst>
            <pc:docMk/>
            <pc:sldMk cId="2400907018" sldId="278"/>
            <ac:spMk id="9" creationId="{7517A47C-B2E5-4B79-8061-D74B1311AF6E}"/>
          </ac:spMkLst>
        </pc:spChg>
        <pc:spChg chg="add del">
          <ac:chgData name="Vallabha Deshapande" userId="S::vallabha.deshapande@athenagt.com::b5c944ff-2677-411d-a8ed-95f1b8dd028b" providerId="AD" clId="Web-{063515F7-B95E-CD0C-AE14-0E4BE762F127}" dt="2024-11-01T12:14:39.249" v="209"/>
          <ac:spMkLst>
            <pc:docMk/>
            <pc:sldMk cId="2400907018" sldId="278"/>
            <ac:spMk id="11" creationId="{C505E780-2083-4CB5-A42A-5E0E2908ECC3}"/>
          </ac:spMkLst>
        </pc:spChg>
        <pc:spChg chg="add del">
          <ac:chgData name="Vallabha Deshapande" userId="S::vallabha.deshapande@athenagt.com::b5c944ff-2677-411d-a8ed-95f1b8dd028b" providerId="AD" clId="Web-{063515F7-B95E-CD0C-AE14-0E4BE762F127}" dt="2024-11-01T12:14:39.249" v="209"/>
          <ac:spMkLst>
            <pc:docMk/>
            <pc:sldMk cId="2400907018" sldId="278"/>
            <ac:spMk id="13" creationId="{D2C0AE1C-0118-41AE-8A10-7CDCBF10E96F}"/>
          </ac:spMkLst>
        </pc:spChg>
        <pc:spChg chg="add del">
          <ac:chgData name="Vallabha Deshapande" userId="S::vallabha.deshapande@athenagt.com::b5c944ff-2677-411d-a8ed-95f1b8dd028b" providerId="AD" clId="Web-{063515F7-B95E-CD0C-AE14-0E4BE762F127}" dt="2024-11-01T12:14:39.249" v="209"/>
          <ac:spMkLst>
            <pc:docMk/>
            <pc:sldMk cId="2400907018" sldId="278"/>
            <ac:spMk id="15" creationId="{463EEC44-1BA3-44ED-81FC-A644B04B2A44}"/>
          </ac:spMkLst>
        </pc:spChg>
        <pc:spChg chg="add del">
          <ac:chgData name="Vallabha Deshapande" userId="S::vallabha.deshapande@athenagt.com::b5c944ff-2677-411d-a8ed-95f1b8dd028b" providerId="AD" clId="Web-{063515F7-B95E-CD0C-AE14-0E4BE762F127}" dt="2024-11-01T12:14:29.656" v="206"/>
          <ac:spMkLst>
            <pc:docMk/>
            <pc:sldMk cId="2400907018" sldId="278"/>
            <ac:spMk id="20" creationId="{DCC231C8-C761-4B31-9B1C-C6D19248C6B3}"/>
          </ac:spMkLst>
        </pc:spChg>
        <pc:spChg chg="add del">
          <ac:chgData name="Vallabha Deshapande" userId="S::vallabha.deshapande@athenagt.com::b5c944ff-2677-411d-a8ed-95f1b8dd028b" providerId="AD" clId="Web-{063515F7-B95E-CD0C-AE14-0E4BE762F127}" dt="2024-11-01T12:14:39.203" v="208"/>
          <ac:spMkLst>
            <pc:docMk/>
            <pc:sldMk cId="2400907018" sldId="278"/>
            <ac:spMk id="22" creationId="{C505E780-2083-4CB5-A42A-5E0E2908ECC3}"/>
          </ac:spMkLst>
        </pc:spChg>
        <pc:spChg chg="add del">
          <ac:chgData name="Vallabha Deshapande" userId="S::vallabha.deshapande@athenagt.com::b5c944ff-2677-411d-a8ed-95f1b8dd028b" providerId="AD" clId="Web-{063515F7-B95E-CD0C-AE14-0E4BE762F127}" dt="2024-11-01T12:14:39.203" v="208"/>
          <ac:spMkLst>
            <pc:docMk/>
            <pc:sldMk cId="2400907018" sldId="278"/>
            <ac:spMk id="23" creationId="{7517A47C-B2E5-4B79-8061-D74B1311AF6E}"/>
          </ac:spMkLst>
        </pc:spChg>
        <pc:spChg chg="add del">
          <ac:chgData name="Vallabha Deshapande" userId="S::vallabha.deshapande@athenagt.com::b5c944ff-2677-411d-a8ed-95f1b8dd028b" providerId="AD" clId="Web-{063515F7-B95E-CD0C-AE14-0E4BE762F127}" dt="2024-11-01T12:14:39.203" v="208"/>
          <ac:spMkLst>
            <pc:docMk/>
            <pc:sldMk cId="2400907018" sldId="278"/>
            <ac:spMk id="24" creationId="{D2C0AE1C-0118-41AE-8A10-7CDCBF10E96F}"/>
          </ac:spMkLst>
        </pc:spChg>
        <pc:spChg chg="add del">
          <ac:chgData name="Vallabha Deshapande" userId="S::vallabha.deshapande@athenagt.com::b5c944ff-2677-411d-a8ed-95f1b8dd028b" providerId="AD" clId="Web-{063515F7-B95E-CD0C-AE14-0E4BE762F127}" dt="2024-11-01T12:14:39.203" v="208"/>
          <ac:spMkLst>
            <pc:docMk/>
            <pc:sldMk cId="2400907018" sldId="278"/>
            <ac:spMk id="26" creationId="{463EEC44-1BA3-44ED-81FC-A644B04B2A44}"/>
          </ac:spMkLst>
        </pc:spChg>
        <pc:spChg chg="add">
          <ac:chgData name="Vallabha Deshapande" userId="S::vallabha.deshapande@athenagt.com::b5c944ff-2677-411d-a8ed-95f1b8dd028b" providerId="AD" clId="Web-{063515F7-B95E-CD0C-AE14-0E4BE762F127}" dt="2024-11-01T12:14:39.249" v="209"/>
          <ac:spMkLst>
            <pc:docMk/>
            <pc:sldMk cId="2400907018" sldId="278"/>
            <ac:spMk id="28" creationId="{7517A47C-B2E5-4B79-8061-D74B1311AF6E}"/>
          </ac:spMkLst>
        </pc:spChg>
        <pc:spChg chg="add">
          <ac:chgData name="Vallabha Deshapande" userId="S::vallabha.deshapande@athenagt.com::b5c944ff-2677-411d-a8ed-95f1b8dd028b" providerId="AD" clId="Web-{063515F7-B95E-CD0C-AE14-0E4BE762F127}" dt="2024-11-01T12:14:39.249" v="209"/>
          <ac:spMkLst>
            <pc:docMk/>
            <pc:sldMk cId="2400907018" sldId="278"/>
            <ac:spMk id="29" creationId="{C505E780-2083-4CB5-A42A-5E0E2908ECC3}"/>
          </ac:spMkLst>
        </pc:spChg>
        <pc:spChg chg="add">
          <ac:chgData name="Vallabha Deshapande" userId="S::vallabha.deshapande@athenagt.com::b5c944ff-2677-411d-a8ed-95f1b8dd028b" providerId="AD" clId="Web-{063515F7-B95E-CD0C-AE14-0E4BE762F127}" dt="2024-11-01T12:14:39.249" v="209"/>
          <ac:spMkLst>
            <pc:docMk/>
            <pc:sldMk cId="2400907018" sldId="278"/>
            <ac:spMk id="30" creationId="{D2C0AE1C-0118-41AE-8A10-7CDCBF10E96F}"/>
          </ac:spMkLst>
        </pc:spChg>
        <pc:spChg chg="add">
          <ac:chgData name="Vallabha Deshapande" userId="S::vallabha.deshapande@athenagt.com::b5c944ff-2677-411d-a8ed-95f1b8dd028b" providerId="AD" clId="Web-{063515F7-B95E-CD0C-AE14-0E4BE762F127}" dt="2024-11-01T12:14:39.249" v="209"/>
          <ac:spMkLst>
            <pc:docMk/>
            <pc:sldMk cId="2400907018" sldId="278"/>
            <ac:spMk id="31" creationId="{463EEC44-1BA3-44ED-81FC-A644B04B2A44}"/>
          </ac:spMkLst>
        </pc:spChg>
        <pc:graphicFrameChg chg="mod modGraphic">
          <ac:chgData name="Vallabha Deshapande" userId="S::vallabha.deshapande@athenagt.com::b5c944ff-2677-411d-a8ed-95f1b8dd028b" providerId="AD" clId="Web-{063515F7-B95E-CD0C-AE14-0E4BE762F127}" dt="2024-11-01T12:14:39.249" v="209"/>
          <ac:graphicFrameMkLst>
            <pc:docMk/>
            <pc:sldMk cId="2400907018" sldId="278"/>
            <ac:graphicFrameMk id="5" creationId="{ED389B76-1232-D53B-5518-B97B68DD22B0}"/>
          </ac:graphicFrameMkLst>
        </pc:graphicFrameChg>
      </pc:sldChg>
      <pc:sldChg chg="addSp delSp modSp new mod setBg">
        <pc:chgData name="Vallabha Deshapande" userId="S::vallabha.deshapande@athenagt.com::b5c944ff-2677-411d-a8ed-95f1b8dd028b" providerId="AD" clId="Web-{063515F7-B95E-CD0C-AE14-0E4BE762F127}" dt="2024-11-01T12:16:04.047" v="238"/>
        <pc:sldMkLst>
          <pc:docMk/>
          <pc:sldMk cId="1147170596" sldId="279"/>
        </pc:sldMkLst>
        <pc:spChg chg="mod">
          <ac:chgData name="Vallabha Deshapande" userId="S::vallabha.deshapande@athenagt.com::b5c944ff-2677-411d-a8ed-95f1b8dd028b" providerId="AD" clId="Web-{063515F7-B95E-CD0C-AE14-0E4BE762F127}" dt="2024-11-01T12:16:04.047" v="238"/>
          <ac:spMkLst>
            <pc:docMk/>
            <pc:sldMk cId="1147170596" sldId="279"/>
            <ac:spMk id="2" creationId="{8864AB7E-E5CF-551A-1F4E-407C74E2B7E0}"/>
          </ac:spMkLst>
        </pc:spChg>
        <pc:spChg chg="del mod">
          <ac:chgData name="Vallabha Deshapande" userId="S::vallabha.deshapande@athenagt.com::b5c944ff-2677-411d-a8ed-95f1b8dd028b" providerId="AD" clId="Web-{063515F7-B95E-CD0C-AE14-0E4BE762F127}" dt="2024-11-01T12:16:04.047" v="238"/>
          <ac:spMkLst>
            <pc:docMk/>
            <pc:sldMk cId="1147170596" sldId="279"/>
            <ac:spMk id="3" creationId="{819D4699-5618-4421-8045-2C398E51FC48}"/>
          </ac:spMkLst>
        </pc:spChg>
        <pc:spChg chg="add">
          <ac:chgData name="Vallabha Deshapande" userId="S::vallabha.deshapande@athenagt.com::b5c944ff-2677-411d-a8ed-95f1b8dd028b" providerId="AD" clId="Web-{063515F7-B95E-CD0C-AE14-0E4BE762F127}" dt="2024-11-01T12:16:04.047" v="238"/>
          <ac:spMkLst>
            <pc:docMk/>
            <pc:sldMk cId="1147170596" sldId="279"/>
            <ac:spMk id="9" creationId="{7517A47C-B2E5-4B79-8061-D74B1311AF6E}"/>
          </ac:spMkLst>
        </pc:spChg>
        <pc:spChg chg="add">
          <ac:chgData name="Vallabha Deshapande" userId="S::vallabha.deshapande@athenagt.com::b5c944ff-2677-411d-a8ed-95f1b8dd028b" providerId="AD" clId="Web-{063515F7-B95E-CD0C-AE14-0E4BE762F127}" dt="2024-11-01T12:16:04.047" v="238"/>
          <ac:spMkLst>
            <pc:docMk/>
            <pc:sldMk cId="1147170596" sldId="279"/>
            <ac:spMk id="11" creationId="{C505E780-2083-4CB5-A42A-5E0E2908ECC3}"/>
          </ac:spMkLst>
        </pc:spChg>
        <pc:spChg chg="add">
          <ac:chgData name="Vallabha Deshapande" userId="S::vallabha.deshapande@athenagt.com::b5c944ff-2677-411d-a8ed-95f1b8dd028b" providerId="AD" clId="Web-{063515F7-B95E-CD0C-AE14-0E4BE762F127}" dt="2024-11-01T12:16:04.047" v="238"/>
          <ac:spMkLst>
            <pc:docMk/>
            <pc:sldMk cId="1147170596" sldId="279"/>
            <ac:spMk id="13" creationId="{D2C0AE1C-0118-41AE-8A10-7CDCBF10E96F}"/>
          </ac:spMkLst>
        </pc:spChg>
        <pc:spChg chg="add">
          <ac:chgData name="Vallabha Deshapande" userId="S::vallabha.deshapande@athenagt.com::b5c944ff-2677-411d-a8ed-95f1b8dd028b" providerId="AD" clId="Web-{063515F7-B95E-CD0C-AE14-0E4BE762F127}" dt="2024-11-01T12:16:04.047" v="238"/>
          <ac:spMkLst>
            <pc:docMk/>
            <pc:sldMk cId="1147170596" sldId="279"/>
            <ac:spMk id="15" creationId="{463EEC44-1BA3-44ED-81FC-A644B04B2A44}"/>
          </ac:spMkLst>
        </pc:spChg>
        <pc:graphicFrameChg chg="add">
          <ac:chgData name="Vallabha Deshapande" userId="S::vallabha.deshapande@athenagt.com::b5c944ff-2677-411d-a8ed-95f1b8dd028b" providerId="AD" clId="Web-{063515F7-B95E-CD0C-AE14-0E4BE762F127}" dt="2024-11-01T12:16:04.047" v="238"/>
          <ac:graphicFrameMkLst>
            <pc:docMk/>
            <pc:sldMk cId="1147170596" sldId="279"/>
            <ac:graphicFrameMk id="5" creationId="{7FB2FCCB-994F-2BAC-23A5-8112C126CD64}"/>
          </ac:graphicFrameMkLst>
        </pc:graphicFrameChg>
      </pc:sldChg>
      <pc:sldChg chg="addSp delSp modSp new mod setBg">
        <pc:chgData name="Vallabha Deshapande" userId="S::vallabha.deshapande@athenagt.com::b5c944ff-2677-411d-a8ed-95f1b8dd028b" providerId="AD" clId="Web-{063515F7-B95E-CD0C-AE14-0E4BE762F127}" dt="2024-11-01T12:19:58.112" v="262"/>
        <pc:sldMkLst>
          <pc:docMk/>
          <pc:sldMk cId="1385757485" sldId="280"/>
        </pc:sldMkLst>
        <pc:spChg chg="mod">
          <ac:chgData name="Vallabha Deshapande" userId="S::vallabha.deshapande@athenagt.com::b5c944ff-2677-411d-a8ed-95f1b8dd028b" providerId="AD" clId="Web-{063515F7-B95E-CD0C-AE14-0E4BE762F127}" dt="2024-11-01T12:19:58.112" v="262"/>
          <ac:spMkLst>
            <pc:docMk/>
            <pc:sldMk cId="1385757485" sldId="280"/>
            <ac:spMk id="2" creationId="{6F7258CB-B978-1C15-1967-5A6113AA0872}"/>
          </ac:spMkLst>
        </pc:spChg>
        <pc:spChg chg="del mod">
          <ac:chgData name="Vallabha Deshapande" userId="S::vallabha.deshapande@athenagt.com::b5c944ff-2677-411d-a8ed-95f1b8dd028b" providerId="AD" clId="Web-{063515F7-B95E-CD0C-AE14-0E4BE762F127}" dt="2024-11-01T12:19:58.112" v="262"/>
          <ac:spMkLst>
            <pc:docMk/>
            <pc:sldMk cId="1385757485" sldId="280"/>
            <ac:spMk id="3" creationId="{81476366-F5EF-B25B-CD5B-232DB4F0C49E}"/>
          </ac:spMkLst>
        </pc:spChg>
        <pc:spChg chg="add">
          <ac:chgData name="Vallabha Deshapande" userId="S::vallabha.deshapande@athenagt.com::b5c944ff-2677-411d-a8ed-95f1b8dd028b" providerId="AD" clId="Web-{063515F7-B95E-CD0C-AE14-0E4BE762F127}" dt="2024-11-01T12:19:58.112" v="262"/>
          <ac:spMkLst>
            <pc:docMk/>
            <pc:sldMk cId="1385757485" sldId="280"/>
            <ac:spMk id="9" creationId="{7517A47C-B2E5-4B79-8061-D74B1311AF6E}"/>
          </ac:spMkLst>
        </pc:spChg>
        <pc:spChg chg="add">
          <ac:chgData name="Vallabha Deshapande" userId="S::vallabha.deshapande@athenagt.com::b5c944ff-2677-411d-a8ed-95f1b8dd028b" providerId="AD" clId="Web-{063515F7-B95E-CD0C-AE14-0E4BE762F127}" dt="2024-11-01T12:19:58.112" v="262"/>
          <ac:spMkLst>
            <pc:docMk/>
            <pc:sldMk cId="1385757485" sldId="280"/>
            <ac:spMk id="11" creationId="{C505E780-2083-4CB5-A42A-5E0E2908ECC3}"/>
          </ac:spMkLst>
        </pc:spChg>
        <pc:spChg chg="add">
          <ac:chgData name="Vallabha Deshapande" userId="S::vallabha.deshapande@athenagt.com::b5c944ff-2677-411d-a8ed-95f1b8dd028b" providerId="AD" clId="Web-{063515F7-B95E-CD0C-AE14-0E4BE762F127}" dt="2024-11-01T12:19:58.112" v="262"/>
          <ac:spMkLst>
            <pc:docMk/>
            <pc:sldMk cId="1385757485" sldId="280"/>
            <ac:spMk id="13" creationId="{D2C0AE1C-0118-41AE-8A10-7CDCBF10E96F}"/>
          </ac:spMkLst>
        </pc:spChg>
        <pc:spChg chg="add">
          <ac:chgData name="Vallabha Deshapande" userId="S::vallabha.deshapande@athenagt.com::b5c944ff-2677-411d-a8ed-95f1b8dd028b" providerId="AD" clId="Web-{063515F7-B95E-CD0C-AE14-0E4BE762F127}" dt="2024-11-01T12:19:58.112" v="262"/>
          <ac:spMkLst>
            <pc:docMk/>
            <pc:sldMk cId="1385757485" sldId="280"/>
            <ac:spMk id="15" creationId="{463EEC44-1BA3-44ED-81FC-A644B04B2A44}"/>
          </ac:spMkLst>
        </pc:spChg>
        <pc:graphicFrameChg chg="add">
          <ac:chgData name="Vallabha Deshapande" userId="S::vallabha.deshapande@athenagt.com::b5c944ff-2677-411d-a8ed-95f1b8dd028b" providerId="AD" clId="Web-{063515F7-B95E-CD0C-AE14-0E4BE762F127}" dt="2024-11-01T12:19:58.112" v="262"/>
          <ac:graphicFrameMkLst>
            <pc:docMk/>
            <pc:sldMk cId="1385757485" sldId="280"/>
            <ac:graphicFrameMk id="5" creationId="{51741342-7819-05FD-E2A5-69A09A6CFE7A}"/>
          </ac:graphicFrameMkLst>
        </pc:graphicFrameChg>
      </pc:sldChg>
      <pc:sldChg chg="addSp delSp modSp new mod setBg">
        <pc:chgData name="Vallabha Deshapande" userId="S::vallabha.deshapande@athenagt.com::b5c944ff-2677-411d-a8ed-95f1b8dd028b" providerId="AD" clId="Web-{063515F7-B95E-CD0C-AE14-0E4BE762F127}" dt="2024-11-01T12:25:54.354" v="286"/>
        <pc:sldMkLst>
          <pc:docMk/>
          <pc:sldMk cId="858815358" sldId="281"/>
        </pc:sldMkLst>
        <pc:spChg chg="mod">
          <ac:chgData name="Vallabha Deshapande" userId="S::vallabha.deshapande@athenagt.com::b5c944ff-2677-411d-a8ed-95f1b8dd028b" providerId="AD" clId="Web-{063515F7-B95E-CD0C-AE14-0E4BE762F127}" dt="2024-11-01T12:25:54.354" v="286"/>
          <ac:spMkLst>
            <pc:docMk/>
            <pc:sldMk cId="858815358" sldId="281"/>
            <ac:spMk id="2" creationId="{F89C9D1D-A43D-466E-8293-71CF6BBEA34D}"/>
          </ac:spMkLst>
        </pc:spChg>
        <pc:spChg chg="del mod">
          <ac:chgData name="Vallabha Deshapande" userId="S::vallabha.deshapande@athenagt.com::b5c944ff-2677-411d-a8ed-95f1b8dd028b" providerId="AD" clId="Web-{063515F7-B95E-CD0C-AE14-0E4BE762F127}" dt="2024-11-01T12:25:54.354" v="286"/>
          <ac:spMkLst>
            <pc:docMk/>
            <pc:sldMk cId="858815358" sldId="281"/>
            <ac:spMk id="3" creationId="{69F1171B-9A31-0F59-226B-1C3F6FBFA2CC}"/>
          </ac:spMkLst>
        </pc:spChg>
        <pc:spChg chg="add">
          <ac:chgData name="Vallabha Deshapande" userId="S::vallabha.deshapande@athenagt.com::b5c944ff-2677-411d-a8ed-95f1b8dd028b" providerId="AD" clId="Web-{063515F7-B95E-CD0C-AE14-0E4BE762F127}" dt="2024-11-01T12:25:54.354" v="286"/>
          <ac:spMkLst>
            <pc:docMk/>
            <pc:sldMk cId="858815358" sldId="281"/>
            <ac:spMk id="9" creationId="{44AD29B6-BF3B-4407-9E75-52DF8E3B29F1}"/>
          </ac:spMkLst>
        </pc:spChg>
        <pc:spChg chg="add">
          <ac:chgData name="Vallabha Deshapande" userId="S::vallabha.deshapande@athenagt.com::b5c944ff-2677-411d-a8ed-95f1b8dd028b" providerId="AD" clId="Web-{063515F7-B95E-CD0C-AE14-0E4BE762F127}" dt="2024-11-01T12:25:54.354" v="286"/>
          <ac:spMkLst>
            <pc:docMk/>
            <pc:sldMk cId="858815358" sldId="281"/>
            <ac:spMk id="11" creationId="{55F8BA08-3E38-4B70-B93A-74F08E092206}"/>
          </ac:spMkLst>
        </pc:spChg>
        <pc:spChg chg="add">
          <ac:chgData name="Vallabha Deshapande" userId="S::vallabha.deshapande@athenagt.com::b5c944ff-2677-411d-a8ed-95f1b8dd028b" providerId="AD" clId="Web-{063515F7-B95E-CD0C-AE14-0E4BE762F127}" dt="2024-11-01T12:25:54.354" v="286"/>
          <ac:spMkLst>
            <pc:docMk/>
            <pc:sldMk cId="858815358" sldId="281"/>
            <ac:spMk id="13" creationId="{357F1B33-79AB-4A71-8CEC-4546D709B8C8}"/>
          </ac:spMkLst>
        </pc:spChg>
        <pc:graphicFrameChg chg="add">
          <ac:chgData name="Vallabha Deshapande" userId="S::vallabha.deshapande@athenagt.com::b5c944ff-2677-411d-a8ed-95f1b8dd028b" providerId="AD" clId="Web-{063515F7-B95E-CD0C-AE14-0E4BE762F127}" dt="2024-11-01T12:25:54.354" v="286"/>
          <ac:graphicFrameMkLst>
            <pc:docMk/>
            <pc:sldMk cId="858815358" sldId="281"/>
            <ac:graphicFrameMk id="5" creationId="{517D1D98-361F-317B-F201-056263973753}"/>
          </ac:graphicFrameMkLst>
        </pc:graphicFrameChg>
      </pc:sldChg>
      <pc:sldChg chg="add replId">
        <pc:chgData name="Vallabha Deshapande" userId="S::vallabha.deshapande@athenagt.com::b5c944ff-2677-411d-a8ed-95f1b8dd028b" providerId="AD" clId="Web-{063515F7-B95E-CD0C-AE14-0E4BE762F127}" dt="2024-11-01T13:09:19.594" v="287"/>
        <pc:sldMkLst>
          <pc:docMk/>
          <pc:sldMk cId="74482708" sldId="282"/>
        </pc:sldMkLst>
      </pc:sldChg>
      <pc:sldMasterChg chg="add del addSldLayout delSldLayout">
        <pc:chgData name="Vallabha Deshapande" userId="S::vallabha.deshapande@athenagt.com::b5c944ff-2677-411d-a8ed-95f1b8dd028b" providerId="AD" clId="Web-{063515F7-B95E-CD0C-AE14-0E4BE762F127}" dt="2024-11-01T11:36:36.899" v="123"/>
        <pc:sldMasterMkLst>
          <pc:docMk/>
          <pc:sldMasterMk cId="2460954070" sldId="2147483660"/>
        </pc:sldMasterMkLst>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2385387890" sldId="2147483661"/>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949138452" sldId="2147483662"/>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2591524520" sldId="2147483663"/>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1203092039" sldId="2147483664"/>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3733172339" sldId="2147483665"/>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3210312558" sldId="2147483666"/>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3146388984" sldId="2147483667"/>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3171841454" sldId="2147483668"/>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1718958274" sldId="2147483669"/>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2202905451" sldId="2147483670"/>
          </pc:sldLayoutMkLst>
        </pc:sldLayoutChg>
        <pc:sldLayoutChg chg="add del">
          <pc:chgData name="Vallabha Deshapande" userId="S::vallabha.deshapande@athenagt.com::b5c944ff-2677-411d-a8ed-95f1b8dd028b" providerId="AD" clId="Web-{063515F7-B95E-CD0C-AE14-0E4BE762F127}" dt="2024-11-01T11:36:36.899" v="123"/>
          <pc:sldLayoutMkLst>
            <pc:docMk/>
            <pc:sldMasterMk cId="2460954070" sldId="2147483660"/>
            <pc:sldLayoutMk cId="3479445657" sldId="2147483671"/>
          </pc:sldLayoutMkLst>
        </pc:sldLayoutChg>
      </pc:sldMasterChg>
      <pc:sldMasterChg chg="add del addSldLayout delSldLayout modSldLayout">
        <pc:chgData name="Vallabha Deshapande" userId="S::vallabha.deshapande@athenagt.com::b5c944ff-2677-411d-a8ed-95f1b8dd028b" providerId="AD" clId="Web-{063515F7-B95E-CD0C-AE14-0E4BE762F127}" dt="2024-11-01T11:36:36.899" v="123"/>
        <pc:sldMasterMkLst>
          <pc:docMk/>
          <pc:sldMasterMk cId="2666622835" sldId="2147483672"/>
        </pc:sldMasterMkLst>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2710128070" sldId="2147483673"/>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1650653882" sldId="2147483674"/>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2859049245" sldId="2147483675"/>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3862164280" sldId="2147483676"/>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2485727725" sldId="2147483677"/>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3270249055" sldId="2147483678"/>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3330308979" sldId="2147483679"/>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3145895868" sldId="2147483680"/>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3370346785" sldId="2147483681"/>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2259288111" sldId="2147483682"/>
          </pc:sldLayoutMkLst>
        </pc:sldLayoutChg>
        <pc:sldLayoutChg chg="add del mod replId">
          <pc:chgData name="Vallabha Deshapande" userId="S::vallabha.deshapande@athenagt.com::b5c944ff-2677-411d-a8ed-95f1b8dd028b" providerId="AD" clId="Web-{063515F7-B95E-CD0C-AE14-0E4BE762F127}" dt="2024-11-01T11:36:36.899" v="123"/>
          <pc:sldLayoutMkLst>
            <pc:docMk/>
            <pc:sldMasterMk cId="2666622835" sldId="2147483672"/>
            <pc:sldLayoutMk cId="1051339411" sldId="2147483683"/>
          </pc:sldLayoutMkLst>
        </pc:sldLayoutChg>
      </pc:sldMasterChg>
    </pc:docChg>
  </pc:docChgLst>
  <pc:docChgLst>
    <pc:chgData name="Vallabha Deshapande" userId="S::vallabha.deshapande@athenagt.com::b5c944ff-2677-411d-a8ed-95f1b8dd028b" providerId="AD" clId="Web-{823EEB2F-6434-8BF6-2194-0DCB6E180F9F}"/>
    <pc:docChg chg="addSld delSld modSld">
      <pc:chgData name="Vallabha Deshapande" userId="S::vallabha.deshapande@athenagt.com::b5c944ff-2677-411d-a8ed-95f1b8dd028b" providerId="AD" clId="Web-{823EEB2F-6434-8BF6-2194-0DCB6E180F9F}" dt="2024-11-15T11:17:41.155" v="483" actId="14100"/>
      <pc:docMkLst>
        <pc:docMk/>
      </pc:docMkLst>
      <pc:sldChg chg="addSp delSp modSp">
        <pc:chgData name="Vallabha Deshapande" userId="S::vallabha.deshapande@athenagt.com::b5c944ff-2677-411d-a8ed-95f1b8dd028b" providerId="AD" clId="Web-{823EEB2F-6434-8BF6-2194-0DCB6E180F9F}" dt="2024-11-15T08:50:37.081" v="456"/>
        <pc:sldMkLst>
          <pc:docMk/>
          <pc:sldMk cId="109857222" sldId="256"/>
        </pc:sldMkLst>
        <pc:spChg chg="mod">
          <ac:chgData name="Vallabha Deshapande" userId="S::vallabha.deshapande@athenagt.com::b5c944ff-2677-411d-a8ed-95f1b8dd028b" providerId="AD" clId="Web-{823EEB2F-6434-8BF6-2194-0DCB6E180F9F}" dt="2024-11-15T08:50:37.081" v="456"/>
          <ac:spMkLst>
            <pc:docMk/>
            <pc:sldMk cId="109857222" sldId="256"/>
            <ac:spMk id="2" creationId="{00000000-0000-0000-0000-000000000000}"/>
          </ac:spMkLst>
        </pc:spChg>
        <pc:spChg chg="mod">
          <ac:chgData name="Vallabha Deshapande" userId="S::vallabha.deshapande@athenagt.com::b5c944ff-2677-411d-a8ed-95f1b8dd028b" providerId="AD" clId="Web-{823EEB2F-6434-8BF6-2194-0DCB6E180F9F}" dt="2024-11-15T08:49:40.721" v="449" actId="14100"/>
          <ac:spMkLst>
            <pc:docMk/>
            <pc:sldMk cId="109857222" sldId="256"/>
            <ac:spMk id="3" creationId="{00000000-0000-0000-0000-000000000000}"/>
          </ac:spMkLst>
        </pc:spChg>
        <pc:spChg chg="mod">
          <ac:chgData name="Vallabha Deshapande" userId="S::vallabha.deshapande@athenagt.com::b5c944ff-2677-411d-a8ed-95f1b8dd028b" providerId="AD" clId="Web-{823EEB2F-6434-8BF6-2194-0DCB6E180F9F}" dt="2024-11-15T05:39:50.021" v="6" actId="1076"/>
          <ac:spMkLst>
            <pc:docMk/>
            <pc:sldMk cId="109857222" sldId="256"/>
            <ac:spMk id="4" creationId="{D03F3AA2-6263-014B-DBC0-F5F9A5C9317D}"/>
          </ac:spMkLst>
        </pc:spChg>
        <pc:spChg chg="add del">
          <ac:chgData name="Vallabha Deshapande" userId="S::vallabha.deshapande@athenagt.com::b5c944ff-2677-411d-a8ed-95f1b8dd028b" providerId="AD" clId="Web-{823EEB2F-6434-8BF6-2194-0DCB6E180F9F}" dt="2024-11-15T05:39:34.989" v="4"/>
          <ac:spMkLst>
            <pc:docMk/>
            <pc:sldMk cId="109857222" sldId="256"/>
            <ac:spMk id="5" creationId="{C54D1908-298F-D40A-17DB-095CF37BE5B8}"/>
          </ac:spMkLst>
        </pc:spChg>
        <pc:spChg chg="mod">
          <ac:chgData name="Vallabha Deshapande" userId="S::vallabha.deshapande@athenagt.com::b5c944ff-2677-411d-a8ed-95f1b8dd028b" providerId="AD" clId="Web-{823EEB2F-6434-8BF6-2194-0DCB6E180F9F}" dt="2024-11-15T08:50:26.940" v="455"/>
          <ac:spMkLst>
            <pc:docMk/>
            <pc:sldMk cId="109857222" sldId="256"/>
            <ac:spMk id="12" creationId="{74751229-0244-4FBB-BED1-407467F4C951}"/>
          </ac:spMkLst>
        </pc:spChg>
      </pc:sldChg>
      <pc:sldChg chg="delSp modSp">
        <pc:chgData name="Vallabha Deshapande" userId="S::vallabha.deshapande@athenagt.com::b5c944ff-2677-411d-a8ed-95f1b8dd028b" providerId="AD" clId="Web-{823EEB2F-6434-8BF6-2194-0DCB6E180F9F}" dt="2024-11-15T11:17:41.155" v="483" actId="14100"/>
        <pc:sldMkLst>
          <pc:docMk/>
          <pc:sldMk cId="2230952484" sldId="257"/>
        </pc:sldMkLst>
        <pc:spChg chg="del">
          <ac:chgData name="Vallabha Deshapande" userId="S::vallabha.deshapande@athenagt.com::b5c944ff-2677-411d-a8ed-95f1b8dd028b" providerId="AD" clId="Web-{823EEB2F-6434-8BF6-2194-0DCB6E180F9F}" dt="2024-11-15T11:16:08.107" v="477"/>
          <ac:spMkLst>
            <pc:docMk/>
            <pc:sldMk cId="2230952484" sldId="257"/>
            <ac:spMk id="27" creationId="{081E4A58-353D-44AE-B2FC-2A74E2E400F7}"/>
          </ac:spMkLst>
        </pc:spChg>
        <pc:spChg chg="mod">
          <ac:chgData name="Vallabha Deshapande" userId="S::vallabha.deshapande@athenagt.com::b5c944ff-2677-411d-a8ed-95f1b8dd028b" providerId="AD" clId="Web-{823EEB2F-6434-8BF6-2194-0DCB6E180F9F}" dt="2024-11-15T11:17:41.155" v="483" actId="14100"/>
          <ac:spMkLst>
            <pc:docMk/>
            <pc:sldMk cId="2230952484" sldId="257"/>
            <ac:spMk id="28" creationId="{6B6DD59A-C633-0721-1CBD-A68446BEC697}"/>
          </ac:spMkLst>
        </pc:spChg>
      </pc:sldChg>
      <pc:sldChg chg="modSp">
        <pc:chgData name="Vallabha Deshapande" userId="S::vallabha.deshapande@athenagt.com::b5c944ff-2677-411d-a8ed-95f1b8dd028b" providerId="AD" clId="Web-{823EEB2F-6434-8BF6-2194-0DCB6E180F9F}" dt="2024-11-15T05:41:08.053" v="12" actId="20577"/>
        <pc:sldMkLst>
          <pc:docMk/>
          <pc:sldMk cId="2887676967" sldId="287"/>
        </pc:sldMkLst>
        <pc:spChg chg="mod">
          <ac:chgData name="Vallabha Deshapande" userId="S::vallabha.deshapande@athenagt.com::b5c944ff-2677-411d-a8ed-95f1b8dd028b" providerId="AD" clId="Web-{823EEB2F-6434-8BF6-2194-0DCB6E180F9F}" dt="2024-11-15T05:41:08.053" v="12" actId="20577"/>
          <ac:spMkLst>
            <pc:docMk/>
            <pc:sldMk cId="2887676967" sldId="287"/>
            <ac:spMk id="3" creationId="{18D840D1-DA80-4544-0923-1F53F1EA9879}"/>
          </ac:spMkLst>
        </pc:spChg>
      </pc:sldChg>
      <pc:sldChg chg="addSp delSp modSp new mod setBg">
        <pc:chgData name="Vallabha Deshapande" userId="S::vallabha.deshapande@athenagt.com::b5c944ff-2677-411d-a8ed-95f1b8dd028b" providerId="AD" clId="Web-{823EEB2F-6434-8BF6-2194-0DCB6E180F9F}" dt="2024-11-15T08:48:58.299" v="446" actId="20577"/>
        <pc:sldMkLst>
          <pc:docMk/>
          <pc:sldMk cId="2068029872" sldId="288"/>
        </pc:sldMkLst>
        <pc:spChg chg="mod ord">
          <ac:chgData name="Vallabha Deshapande" userId="S::vallabha.deshapande@athenagt.com::b5c944ff-2677-411d-a8ed-95f1b8dd028b" providerId="AD" clId="Web-{823EEB2F-6434-8BF6-2194-0DCB6E180F9F}" dt="2024-11-15T08:46:20.282" v="417" actId="14100"/>
          <ac:spMkLst>
            <pc:docMk/>
            <pc:sldMk cId="2068029872" sldId="288"/>
            <ac:spMk id="2" creationId="{1787544A-FF92-3D4C-8871-FCBD00BA08AE}"/>
          </ac:spMkLst>
        </pc:spChg>
        <pc:spChg chg="add mod">
          <ac:chgData name="Vallabha Deshapande" userId="S::vallabha.deshapande@athenagt.com::b5c944ff-2677-411d-a8ed-95f1b8dd028b" providerId="AD" clId="Web-{823EEB2F-6434-8BF6-2194-0DCB6E180F9F}" dt="2024-11-15T08:48:58.299" v="446" actId="20577"/>
          <ac:spMkLst>
            <pc:docMk/>
            <pc:sldMk cId="2068029872" sldId="288"/>
            <ac:spMk id="3" creationId="{0D63324C-1D54-FBC0-A04C-C6D7AC51A947}"/>
          </ac:spMkLst>
        </pc:spChg>
        <pc:spChg chg="del">
          <ac:chgData name="Vallabha Deshapande" userId="S::vallabha.deshapande@athenagt.com::b5c944ff-2677-411d-a8ed-95f1b8dd028b" providerId="AD" clId="Web-{823EEB2F-6434-8BF6-2194-0DCB6E180F9F}" dt="2024-11-15T05:42:24.992" v="21"/>
          <ac:spMkLst>
            <pc:docMk/>
            <pc:sldMk cId="2068029872" sldId="288"/>
            <ac:spMk id="3" creationId="{E2B8EC86-AA0E-9792-5BE4-E8E921165E00}"/>
          </ac:spMkLst>
        </pc:spChg>
        <pc:spChg chg="add del">
          <ac:chgData name="Vallabha Deshapande" userId="S::vallabha.deshapande@athenagt.com::b5c944ff-2677-411d-a8ed-95f1b8dd028b" providerId="AD" clId="Web-{823EEB2F-6434-8BF6-2194-0DCB6E180F9F}" dt="2024-11-15T05:51:30.406" v="109"/>
          <ac:spMkLst>
            <pc:docMk/>
            <pc:sldMk cId="2068029872" sldId="288"/>
            <ac:spMk id="19" creationId="{1D50F262-343C-4101-AB3C-9DA1072F7305}"/>
          </ac:spMkLst>
        </pc:spChg>
        <pc:spChg chg="add del">
          <ac:chgData name="Vallabha Deshapande" userId="S::vallabha.deshapande@athenagt.com::b5c944ff-2677-411d-a8ed-95f1b8dd028b" providerId="AD" clId="Web-{823EEB2F-6434-8BF6-2194-0DCB6E180F9F}" dt="2024-11-15T05:51:30.406" v="109"/>
          <ac:spMkLst>
            <pc:docMk/>
            <pc:sldMk cId="2068029872" sldId="288"/>
            <ac:spMk id="21" creationId="{6A0924B3-0260-445E-AFD7-9533C0D1B3C9}"/>
          </ac:spMkLst>
        </pc:spChg>
        <pc:spChg chg="add del">
          <ac:chgData name="Vallabha Deshapande" userId="S::vallabha.deshapande@athenagt.com::b5c944ff-2677-411d-a8ed-95f1b8dd028b" providerId="AD" clId="Web-{823EEB2F-6434-8BF6-2194-0DCB6E180F9F}" dt="2024-11-15T05:51:30.406" v="109"/>
          <ac:spMkLst>
            <pc:docMk/>
            <pc:sldMk cId="2068029872" sldId="288"/>
            <ac:spMk id="23" creationId="{7C34E8CB-B972-4A94-8469-315C10C2AA93}"/>
          </ac:spMkLst>
        </pc:spChg>
        <pc:spChg chg="add del">
          <ac:chgData name="Vallabha Deshapande" userId="S::vallabha.deshapande@athenagt.com::b5c944ff-2677-411d-a8ed-95f1b8dd028b" providerId="AD" clId="Web-{823EEB2F-6434-8BF6-2194-0DCB6E180F9F}" dt="2024-11-15T05:51:30.406" v="109"/>
          <ac:spMkLst>
            <pc:docMk/>
            <pc:sldMk cId="2068029872" sldId="288"/>
            <ac:spMk id="25" creationId="{114A821F-8663-46BA-8CC0-D4C44F639F3A}"/>
          </ac:spMkLst>
        </pc:spChg>
        <pc:spChg chg="add del">
          <ac:chgData name="Vallabha Deshapande" userId="S::vallabha.deshapande@athenagt.com::b5c944ff-2677-411d-a8ed-95f1b8dd028b" providerId="AD" clId="Web-{823EEB2F-6434-8BF6-2194-0DCB6E180F9F}" dt="2024-11-15T05:51:05.781" v="100"/>
          <ac:spMkLst>
            <pc:docMk/>
            <pc:sldMk cId="2068029872" sldId="288"/>
            <ac:spMk id="27" creationId="{67EF550F-47CE-4FB2-9DAC-12AD835C833D}"/>
          </ac:spMkLst>
        </pc:spChg>
        <pc:spChg chg="add del">
          <ac:chgData name="Vallabha Deshapande" userId="S::vallabha.deshapande@athenagt.com::b5c944ff-2677-411d-a8ed-95f1b8dd028b" providerId="AD" clId="Web-{823EEB2F-6434-8BF6-2194-0DCB6E180F9F}" dt="2024-11-15T05:51:14.546" v="102"/>
          <ac:spMkLst>
            <pc:docMk/>
            <pc:sldMk cId="2068029872" sldId="288"/>
            <ac:spMk id="30" creationId="{2EAA8ABB-E28C-4BD6-B2CD-376882E92173}"/>
          </ac:spMkLst>
        </pc:spChg>
        <pc:spChg chg="add del">
          <ac:chgData name="Vallabha Deshapande" userId="S::vallabha.deshapande@athenagt.com::b5c944ff-2677-411d-a8ed-95f1b8dd028b" providerId="AD" clId="Web-{823EEB2F-6434-8BF6-2194-0DCB6E180F9F}" dt="2024-11-15T05:51:16.906" v="104"/>
          <ac:spMkLst>
            <pc:docMk/>
            <pc:sldMk cId="2068029872" sldId="288"/>
            <ac:spMk id="34" creationId="{2CC56AF6-38E4-490B-8E2B-1A1037B4EDD4}"/>
          </ac:spMkLst>
        </pc:spChg>
        <pc:spChg chg="add del">
          <ac:chgData name="Vallabha Deshapande" userId="S::vallabha.deshapande@athenagt.com::b5c944ff-2677-411d-a8ed-95f1b8dd028b" providerId="AD" clId="Web-{823EEB2F-6434-8BF6-2194-0DCB6E180F9F}" dt="2024-11-15T05:51:14.546" v="102"/>
          <ac:spMkLst>
            <pc:docMk/>
            <pc:sldMk cId="2068029872" sldId="288"/>
            <ac:spMk id="36" creationId="{04357C93-F0CB-4A1C-8F77-4E9063789819}"/>
          </ac:spMkLst>
        </pc:spChg>
        <pc:spChg chg="add del">
          <ac:chgData name="Vallabha Deshapande" userId="S::vallabha.deshapande@athenagt.com::b5c944ff-2677-411d-a8ed-95f1b8dd028b" providerId="AD" clId="Web-{823EEB2F-6434-8BF6-2194-0DCB6E180F9F}" dt="2024-11-15T05:51:16.906" v="104"/>
          <ac:spMkLst>
            <pc:docMk/>
            <pc:sldMk cId="2068029872" sldId="288"/>
            <ac:spMk id="38" creationId="{2151139A-886F-4B97-8815-729AD3831BBD}"/>
          </ac:spMkLst>
        </pc:spChg>
        <pc:spChg chg="add del">
          <ac:chgData name="Vallabha Deshapande" userId="S::vallabha.deshapande@athenagt.com::b5c944ff-2677-411d-a8ed-95f1b8dd028b" providerId="AD" clId="Web-{823EEB2F-6434-8BF6-2194-0DCB6E180F9F}" dt="2024-11-15T05:51:16.906" v="104"/>
          <ac:spMkLst>
            <pc:docMk/>
            <pc:sldMk cId="2068029872" sldId="288"/>
            <ac:spMk id="39" creationId="{5428AC11-BFDF-42EF-80FF-717BBF909067}"/>
          </ac:spMkLst>
        </pc:spChg>
        <pc:spChg chg="add del">
          <ac:chgData name="Vallabha Deshapande" userId="S::vallabha.deshapande@athenagt.com::b5c944ff-2677-411d-a8ed-95f1b8dd028b" providerId="AD" clId="Web-{823EEB2F-6434-8BF6-2194-0DCB6E180F9F}" dt="2024-11-15T05:51:16.906" v="104"/>
          <ac:spMkLst>
            <pc:docMk/>
            <pc:sldMk cId="2068029872" sldId="288"/>
            <ac:spMk id="40" creationId="{32FD26B0-16CE-4AD4-9CE4-A63EBF330831}"/>
          </ac:spMkLst>
        </pc:spChg>
        <pc:spChg chg="add del">
          <ac:chgData name="Vallabha Deshapande" userId="S::vallabha.deshapande@athenagt.com::b5c944ff-2677-411d-a8ed-95f1b8dd028b" providerId="AD" clId="Web-{823EEB2F-6434-8BF6-2194-0DCB6E180F9F}" dt="2024-11-15T05:51:19.625" v="106"/>
          <ac:spMkLst>
            <pc:docMk/>
            <pc:sldMk cId="2068029872" sldId="288"/>
            <ac:spMk id="42" creationId="{1D50F262-343C-4101-AB3C-9DA1072F7305}"/>
          </ac:spMkLst>
        </pc:spChg>
        <pc:spChg chg="add del">
          <ac:chgData name="Vallabha Deshapande" userId="S::vallabha.deshapande@athenagt.com::b5c944ff-2677-411d-a8ed-95f1b8dd028b" providerId="AD" clId="Web-{823EEB2F-6434-8BF6-2194-0DCB6E180F9F}" dt="2024-11-15T05:51:19.625" v="106"/>
          <ac:spMkLst>
            <pc:docMk/>
            <pc:sldMk cId="2068029872" sldId="288"/>
            <ac:spMk id="43" creationId="{6A0924B3-0260-445E-AFD7-9533C0D1B3C9}"/>
          </ac:spMkLst>
        </pc:spChg>
        <pc:spChg chg="add del">
          <ac:chgData name="Vallabha Deshapande" userId="S::vallabha.deshapande@athenagt.com::b5c944ff-2677-411d-a8ed-95f1b8dd028b" providerId="AD" clId="Web-{823EEB2F-6434-8BF6-2194-0DCB6E180F9F}" dt="2024-11-15T05:51:19.625" v="106"/>
          <ac:spMkLst>
            <pc:docMk/>
            <pc:sldMk cId="2068029872" sldId="288"/>
            <ac:spMk id="44" creationId="{7C34E8CB-B972-4A94-8469-315C10C2AA93}"/>
          </ac:spMkLst>
        </pc:spChg>
        <pc:spChg chg="add del">
          <ac:chgData name="Vallabha Deshapande" userId="S::vallabha.deshapande@athenagt.com::b5c944ff-2677-411d-a8ed-95f1b8dd028b" providerId="AD" clId="Web-{823EEB2F-6434-8BF6-2194-0DCB6E180F9F}" dt="2024-11-15T05:51:19.625" v="106"/>
          <ac:spMkLst>
            <pc:docMk/>
            <pc:sldMk cId="2068029872" sldId="288"/>
            <ac:spMk id="45" creationId="{114A821F-8663-46BA-8CC0-D4C44F639F3A}"/>
          </ac:spMkLst>
        </pc:spChg>
        <pc:spChg chg="add del">
          <ac:chgData name="Vallabha Deshapande" userId="S::vallabha.deshapande@athenagt.com::b5c944ff-2677-411d-a8ed-95f1b8dd028b" providerId="AD" clId="Web-{823EEB2F-6434-8BF6-2194-0DCB6E180F9F}" dt="2024-11-15T05:51:19.625" v="106"/>
          <ac:spMkLst>
            <pc:docMk/>
            <pc:sldMk cId="2068029872" sldId="288"/>
            <ac:spMk id="46" creationId="{67EF550F-47CE-4FB2-9DAC-12AD835C833D}"/>
          </ac:spMkLst>
        </pc:spChg>
        <pc:spChg chg="add del">
          <ac:chgData name="Vallabha Deshapande" userId="S::vallabha.deshapande@athenagt.com::b5c944ff-2677-411d-a8ed-95f1b8dd028b" providerId="AD" clId="Web-{823EEB2F-6434-8BF6-2194-0DCB6E180F9F}" dt="2024-11-15T05:51:30.390" v="108"/>
          <ac:spMkLst>
            <pc:docMk/>
            <pc:sldMk cId="2068029872" sldId="288"/>
            <ac:spMk id="48" creationId="{5B9CE10B-7217-4727-A3A7-5DF664DEB4F7}"/>
          </ac:spMkLst>
        </pc:spChg>
        <pc:spChg chg="add del">
          <ac:chgData name="Vallabha Deshapande" userId="S::vallabha.deshapande@athenagt.com::b5c944ff-2677-411d-a8ed-95f1b8dd028b" providerId="AD" clId="Web-{823EEB2F-6434-8BF6-2194-0DCB6E180F9F}" dt="2024-11-15T05:51:30.390" v="108"/>
          <ac:spMkLst>
            <pc:docMk/>
            <pc:sldMk cId="2068029872" sldId="288"/>
            <ac:spMk id="51" creationId="{04357C93-F0CB-4A1C-8F77-4E9063789819}"/>
          </ac:spMkLst>
        </pc:spChg>
        <pc:spChg chg="add del">
          <ac:chgData name="Vallabha Deshapande" userId="S::vallabha.deshapande@athenagt.com::b5c944ff-2677-411d-a8ed-95f1b8dd028b" providerId="AD" clId="Web-{823EEB2F-6434-8BF6-2194-0DCB6E180F9F}" dt="2024-11-15T05:51:55.531" v="114"/>
          <ac:spMkLst>
            <pc:docMk/>
            <pc:sldMk cId="2068029872" sldId="288"/>
            <ac:spMk id="53" creationId="{A3329613-8831-4432-A62D-24A970EFC7DB}"/>
          </ac:spMkLst>
        </pc:spChg>
        <pc:spChg chg="add del">
          <ac:chgData name="Vallabha Deshapande" userId="S::vallabha.deshapande@athenagt.com::b5c944ff-2677-411d-a8ed-95f1b8dd028b" providerId="AD" clId="Web-{823EEB2F-6434-8BF6-2194-0DCB6E180F9F}" dt="2024-11-15T05:51:55.531" v="114"/>
          <ac:spMkLst>
            <pc:docMk/>
            <pc:sldMk cId="2068029872" sldId="288"/>
            <ac:spMk id="54" creationId="{2A4E0407-A637-4681-B905-C53E4216CE00}"/>
          </ac:spMkLst>
        </pc:spChg>
        <pc:spChg chg="add">
          <ac:chgData name="Vallabha Deshapande" userId="S::vallabha.deshapande@athenagt.com::b5c944ff-2677-411d-a8ed-95f1b8dd028b" providerId="AD" clId="Web-{823EEB2F-6434-8BF6-2194-0DCB6E180F9F}" dt="2024-11-15T05:51:55.531" v="114"/>
          <ac:spMkLst>
            <pc:docMk/>
            <pc:sldMk cId="2068029872" sldId="288"/>
            <ac:spMk id="59" creationId="{D1520B01-A2E4-41C2-8A8F-7683F250890E}"/>
          </ac:spMkLst>
        </pc:spChg>
        <pc:grpChg chg="add del">
          <ac:chgData name="Vallabha Deshapande" userId="S::vallabha.deshapande@athenagt.com::b5c944ff-2677-411d-a8ed-95f1b8dd028b" providerId="AD" clId="Web-{823EEB2F-6434-8BF6-2194-0DCB6E180F9F}" dt="2024-11-15T05:51:14.546" v="102"/>
          <ac:grpSpMkLst>
            <pc:docMk/>
            <pc:sldMk cId="2068029872" sldId="288"/>
            <ac:grpSpMk id="32" creationId="{3AF6A671-C637-4547-85F4-51B6D1881399}"/>
          </ac:grpSpMkLst>
        </pc:grpChg>
        <pc:grpChg chg="add del">
          <ac:chgData name="Vallabha Deshapande" userId="S::vallabha.deshapande@athenagt.com::b5c944ff-2677-411d-a8ed-95f1b8dd028b" providerId="AD" clId="Web-{823EEB2F-6434-8BF6-2194-0DCB6E180F9F}" dt="2024-11-15T05:51:30.390" v="108"/>
          <ac:grpSpMkLst>
            <pc:docMk/>
            <pc:sldMk cId="2068029872" sldId="288"/>
            <ac:grpSpMk id="49" creationId="{3AF6A671-C637-4547-85F4-51B6D1881399}"/>
          </ac:grpSpMkLst>
        </pc:grpChg>
        <pc:grpChg chg="add">
          <ac:chgData name="Vallabha Deshapande" userId="S::vallabha.deshapande@athenagt.com::b5c944ff-2677-411d-a8ed-95f1b8dd028b" providerId="AD" clId="Web-{823EEB2F-6434-8BF6-2194-0DCB6E180F9F}" dt="2024-11-15T05:51:55.531" v="114"/>
          <ac:grpSpMkLst>
            <pc:docMk/>
            <pc:sldMk cId="2068029872" sldId="288"/>
            <ac:grpSpMk id="61" creationId="{1F634C0A-A487-42AF-8DFD-4DAD62FE92BF}"/>
          </ac:grpSpMkLst>
        </pc:grpChg>
        <pc:grpChg chg="add">
          <ac:chgData name="Vallabha Deshapande" userId="S::vallabha.deshapande@athenagt.com::b5c944ff-2677-411d-a8ed-95f1b8dd028b" providerId="AD" clId="Web-{823EEB2F-6434-8BF6-2194-0DCB6E180F9F}" dt="2024-11-15T05:51:55.531" v="114"/>
          <ac:grpSpMkLst>
            <pc:docMk/>
            <pc:sldMk cId="2068029872" sldId="288"/>
            <ac:grpSpMk id="65" creationId="{066EE5A2-0D35-4D6A-A5C7-1CA91F740684}"/>
          </ac:grpSpMkLst>
        </pc:grpChg>
        <pc:grpChg chg="add">
          <ac:chgData name="Vallabha Deshapande" userId="S::vallabha.deshapande@athenagt.com::b5c944ff-2677-411d-a8ed-95f1b8dd028b" providerId="AD" clId="Web-{823EEB2F-6434-8BF6-2194-0DCB6E180F9F}" dt="2024-11-15T05:51:55.531" v="114"/>
          <ac:grpSpMkLst>
            <pc:docMk/>
            <pc:sldMk cId="2068029872" sldId="288"/>
            <ac:grpSpMk id="69" creationId="{56AA1647-0DA6-4A17-B3E1-95D61BD54714}"/>
          </ac:grpSpMkLst>
        </pc:grpChg>
        <pc:grpChg chg="add">
          <ac:chgData name="Vallabha Deshapande" userId="S::vallabha.deshapande@athenagt.com::b5c944ff-2677-411d-a8ed-95f1b8dd028b" providerId="AD" clId="Web-{823EEB2F-6434-8BF6-2194-0DCB6E180F9F}" dt="2024-11-15T05:51:55.531" v="114"/>
          <ac:grpSpMkLst>
            <pc:docMk/>
            <pc:sldMk cId="2068029872" sldId="288"/>
            <ac:grpSpMk id="73" creationId="{08D20F07-CD49-4F17-BC00-9429DA80C502}"/>
          </ac:grpSpMkLst>
        </pc:grpChg>
        <pc:picChg chg="add del mod">
          <ac:chgData name="Vallabha Deshapande" userId="S::vallabha.deshapande@athenagt.com::b5c944ff-2677-411d-a8ed-95f1b8dd028b" providerId="AD" clId="Web-{823EEB2F-6434-8BF6-2194-0DCB6E180F9F}" dt="2024-11-15T05:48:09.622" v="65"/>
          <ac:picMkLst>
            <pc:docMk/>
            <pc:sldMk cId="2068029872" sldId="288"/>
            <ac:picMk id="4" creationId="{4A50496D-D61D-8631-D126-12F4B23F8DD6}"/>
          </ac:picMkLst>
        </pc:picChg>
        <pc:picChg chg="add del mod">
          <ac:chgData name="Vallabha Deshapande" userId="S::vallabha.deshapande@athenagt.com::b5c944ff-2677-411d-a8ed-95f1b8dd028b" providerId="AD" clId="Web-{823EEB2F-6434-8BF6-2194-0DCB6E180F9F}" dt="2024-11-15T05:50:01.108" v="90"/>
          <ac:picMkLst>
            <pc:docMk/>
            <pc:sldMk cId="2068029872" sldId="288"/>
            <ac:picMk id="5" creationId="{9DCC0A66-B592-8D60-7A6B-A347A1FE8AD5}"/>
          </ac:picMkLst>
        </pc:picChg>
        <pc:picChg chg="add del mod">
          <ac:chgData name="Vallabha Deshapande" userId="S::vallabha.deshapande@athenagt.com::b5c944ff-2677-411d-a8ed-95f1b8dd028b" providerId="AD" clId="Web-{823EEB2F-6434-8BF6-2194-0DCB6E180F9F}" dt="2024-11-15T05:50:03.420" v="92"/>
          <ac:picMkLst>
            <pc:docMk/>
            <pc:sldMk cId="2068029872" sldId="288"/>
            <ac:picMk id="6" creationId="{EA8108F3-50BB-77CD-BB38-FE527FBC9955}"/>
          </ac:picMkLst>
        </pc:picChg>
        <pc:picChg chg="add del mod">
          <ac:chgData name="Vallabha Deshapande" userId="S::vallabha.deshapande@athenagt.com::b5c944ff-2677-411d-a8ed-95f1b8dd028b" providerId="AD" clId="Web-{823EEB2F-6434-8BF6-2194-0DCB6E180F9F}" dt="2024-11-15T05:45:12.057" v="58"/>
          <ac:picMkLst>
            <pc:docMk/>
            <pc:sldMk cId="2068029872" sldId="288"/>
            <ac:picMk id="7" creationId="{10097234-ED45-ED2E-B444-A2A321DD1220}"/>
          </ac:picMkLst>
        </pc:picChg>
        <pc:picChg chg="add del mod">
          <ac:chgData name="Vallabha Deshapande" userId="S::vallabha.deshapande@athenagt.com::b5c944ff-2677-411d-a8ed-95f1b8dd028b" providerId="AD" clId="Web-{823EEB2F-6434-8BF6-2194-0DCB6E180F9F}" dt="2024-11-15T05:44:56.494" v="55"/>
          <ac:picMkLst>
            <pc:docMk/>
            <pc:sldMk cId="2068029872" sldId="288"/>
            <ac:picMk id="8" creationId="{D8C52DBB-83D3-DA2E-4192-D3F5FEEE1F0C}"/>
          </ac:picMkLst>
        </pc:picChg>
        <pc:picChg chg="add del mod">
          <ac:chgData name="Vallabha Deshapande" userId="S::vallabha.deshapande@athenagt.com::b5c944ff-2677-411d-a8ed-95f1b8dd028b" providerId="AD" clId="Web-{823EEB2F-6434-8BF6-2194-0DCB6E180F9F}" dt="2024-11-15T05:50:15.874" v="96"/>
          <ac:picMkLst>
            <pc:docMk/>
            <pc:sldMk cId="2068029872" sldId="288"/>
            <ac:picMk id="9" creationId="{27111A86-6191-BF12-1481-D0E31EFF2113}"/>
          </ac:picMkLst>
        </pc:picChg>
        <pc:picChg chg="add mod ord">
          <ac:chgData name="Vallabha Deshapande" userId="S::vallabha.deshapande@athenagt.com::b5c944ff-2677-411d-a8ed-95f1b8dd028b" providerId="AD" clId="Web-{823EEB2F-6434-8BF6-2194-0DCB6E180F9F}" dt="2024-11-15T05:51:55.531" v="114"/>
          <ac:picMkLst>
            <pc:docMk/>
            <pc:sldMk cId="2068029872" sldId="288"/>
            <ac:picMk id="10" creationId="{71E897F7-E6D1-3A4C-90DB-CC4F9078AA93}"/>
          </ac:picMkLst>
        </pc:picChg>
        <pc:picChg chg="add del mod">
          <ac:chgData name="Vallabha Deshapande" userId="S::vallabha.deshapande@athenagt.com::b5c944ff-2677-411d-a8ed-95f1b8dd028b" providerId="AD" clId="Web-{823EEB2F-6434-8BF6-2194-0DCB6E180F9F}" dt="2024-11-15T05:50:05.639" v="94"/>
          <ac:picMkLst>
            <pc:docMk/>
            <pc:sldMk cId="2068029872" sldId="288"/>
            <ac:picMk id="11" creationId="{A4D34292-F0B4-3EE1-2D23-010DD1A17DA7}"/>
          </ac:picMkLst>
        </pc:picChg>
        <pc:picChg chg="add del mod">
          <ac:chgData name="Vallabha Deshapande" userId="S::vallabha.deshapande@athenagt.com::b5c944ff-2677-411d-a8ed-95f1b8dd028b" providerId="AD" clId="Web-{823EEB2F-6434-8BF6-2194-0DCB6E180F9F}" dt="2024-11-15T05:44:49.541" v="53"/>
          <ac:picMkLst>
            <pc:docMk/>
            <pc:sldMk cId="2068029872" sldId="288"/>
            <ac:picMk id="12" creationId="{36810F81-1A69-CFAE-F320-EFC4867CCAF9}"/>
          </ac:picMkLst>
        </pc:picChg>
        <pc:picChg chg="add del mod">
          <ac:chgData name="Vallabha Deshapande" userId="S::vallabha.deshapande@athenagt.com::b5c944ff-2677-411d-a8ed-95f1b8dd028b" providerId="AD" clId="Web-{823EEB2F-6434-8BF6-2194-0DCB6E180F9F}" dt="2024-11-15T05:44:40.744" v="50"/>
          <ac:picMkLst>
            <pc:docMk/>
            <pc:sldMk cId="2068029872" sldId="288"/>
            <ac:picMk id="13" creationId="{6ECB6033-83CF-1E68-603A-6713000141D2}"/>
          </ac:picMkLst>
        </pc:picChg>
        <pc:picChg chg="add mod ord">
          <ac:chgData name="Vallabha Deshapande" userId="S::vallabha.deshapande@athenagt.com::b5c944ff-2677-411d-a8ed-95f1b8dd028b" providerId="AD" clId="Web-{823EEB2F-6434-8BF6-2194-0DCB6E180F9F}" dt="2024-11-15T05:51:55.531" v="114"/>
          <ac:picMkLst>
            <pc:docMk/>
            <pc:sldMk cId="2068029872" sldId="288"/>
            <ac:picMk id="14" creationId="{8229F5FE-E1D6-58BA-0BCD-87B2CBF11C48}"/>
          </ac:picMkLst>
        </pc:picChg>
        <pc:picChg chg="add del mod">
          <ac:chgData name="Vallabha Deshapande" userId="S::vallabha.deshapande@athenagt.com::b5c944ff-2677-411d-a8ed-95f1b8dd028b" providerId="AD" clId="Web-{823EEB2F-6434-8BF6-2194-0DCB6E180F9F}" dt="2024-11-15T05:44:23.806" v="45"/>
          <ac:picMkLst>
            <pc:docMk/>
            <pc:sldMk cId="2068029872" sldId="288"/>
            <ac:picMk id="15" creationId="{79C3DD68-E71E-E244-7899-41EE3EAF9692}"/>
          </ac:picMkLst>
        </pc:picChg>
        <pc:picChg chg="add del mod">
          <ac:chgData name="Vallabha Deshapande" userId="S::vallabha.deshapande@athenagt.com::b5c944ff-2677-411d-a8ed-95f1b8dd028b" providerId="AD" clId="Web-{823EEB2F-6434-8BF6-2194-0DCB6E180F9F}" dt="2024-11-15T06:16:23.741" v="212"/>
          <ac:picMkLst>
            <pc:docMk/>
            <pc:sldMk cId="2068029872" sldId="288"/>
            <ac:picMk id="16" creationId="{BA3C70DB-CCA0-931C-EA51-149580C806D0}"/>
          </ac:picMkLst>
        </pc:picChg>
      </pc:sldChg>
      <pc:sldChg chg="addSp delSp modSp new del mod setBg setClrOvrMap">
        <pc:chgData name="Vallabha Deshapande" userId="S::vallabha.deshapande@athenagt.com::b5c944ff-2677-411d-a8ed-95f1b8dd028b" providerId="AD" clId="Web-{823EEB2F-6434-8BF6-2194-0DCB6E180F9F}" dt="2024-11-15T06:25:04.296" v="398"/>
        <pc:sldMkLst>
          <pc:docMk/>
          <pc:sldMk cId="949274449" sldId="289"/>
        </pc:sldMkLst>
        <pc:spChg chg="del mod ord">
          <ac:chgData name="Vallabha Deshapande" userId="S::vallabha.deshapande@athenagt.com::b5c944ff-2677-411d-a8ed-95f1b8dd028b" providerId="AD" clId="Web-{823EEB2F-6434-8BF6-2194-0DCB6E180F9F}" dt="2024-11-15T06:15:31.849" v="194"/>
          <ac:spMkLst>
            <pc:docMk/>
            <pc:sldMk cId="949274449" sldId="289"/>
            <ac:spMk id="2" creationId="{3DC7E5B4-D01E-9127-85AA-C87ACBBB4A89}"/>
          </ac:spMkLst>
        </pc:spChg>
        <pc:spChg chg="del">
          <ac:chgData name="Vallabha Deshapande" userId="S::vallabha.deshapande@athenagt.com::b5c944ff-2677-411d-a8ed-95f1b8dd028b" providerId="AD" clId="Web-{823EEB2F-6434-8BF6-2194-0DCB6E180F9F}" dt="2024-11-15T05:44:15.446" v="44"/>
          <ac:spMkLst>
            <pc:docMk/>
            <pc:sldMk cId="949274449" sldId="289"/>
            <ac:spMk id="3" creationId="{39CE8832-C4AA-DD6A-4F71-6F4B74511FC8}"/>
          </ac:spMkLst>
        </pc:spChg>
        <pc:spChg chg="add mod">
          <ac:chgData name="Vallabha Deshapande" userId="S::vallabha.deshapande@athenagt.com::b5c944ff-2677-411d-a8ed-95f1b8dd028b" providerId="AD" clId="Web-{823EEB2F-6434-8BF6-2194-0DCB6E180F9F}" dt="2024-11-15T06:02:44.369" v="140" actId="14100"/>
          <ac:spMkLst>
            <pc:docMk/>
            <pc:sldMk cId="949274449" sldId="289"/>
            <ac:spMk id="9" creationId="{8F025F25-D382-6524-B578-961C5D397C1B}"/>
          </ac:spMkLst>
        </pc:spChg>
        <pc:spChg chg="add mod">
          <ac:chgData name="Vallabha Deshapande" userId="S::vallabha.deshapande@athenagt.com::b5c944ff-2677-411d-a8ed-95f1b8dd028b" providerId="AD" clId="Web-{823EEB2F-6434-8BF6-2194-0DCB6E180F9F}" dt="2024-11-15T06:03:42.105" v="150" actId="20577"/>
          <ac:spMkLst>
            <pc:docMk/>
            <pc:sldMk cId="949274449" sldId="289"/>
            <ac:spMk id="10" creationId="{9A8B1EAE-EDF9-681A-36B9-01FC8AC0DE55}"/>
          </ac:spMkLst>
        </pc:spChg>
        <pc:spChg chg="add mod">
          <ac:chgData name="Vallabha Deshapande" userId="S::vallabha.deshapande@athenagt.com::b5c944ff-2677-411d-a8ed-95f1b8dd028b" providerId="AD" clId="Web-{823EEB2F-6434-8BF6-2194-0DCB6E180F9F}" dt="2024-11-15T06:03:54.198" v="159" actId="20577"/>
          <ac:spMkLst>
            <pc:docMk/>
            <pc:sldMk cId="949274449" sldId="289"/>
            <ac:spMk id="11" creationId="{FB6C3A07-DADE-3BAA-CA91-3C62DBCC6C8F}"/>
          </ac:spMkLst>
        </pc:spChg>
        <pc:spChg chg="add mod">
          <ac:chgData name="Vallabha Deshapande" userId="S::vallabha.deshapande@athenagt.com::b5c944ff-2677-411d-a8ed-95f1b8dd028b" providerId="AD" clId="Web-{823EEB2F-6434-8BF6-2194-0DCB6E180F9F}" dt="2024-11-15T06:04:17.918" v="172" actId="20577"/>
          <ac:spMkLst>
            <pc:docMk/>
            <pc:sldMk cId="949274449" sldId="289"/>
            <ac:spMk id="12" creationId="{AB8B418F-F38E-82C2-9435-8D9FF155FE1A}"/>
          </ac:spMkLst>
        </pc:spChg>
        <pc:spChg chg="add del">
          <ac:chgData name="Vallabha Deshapande" userId="S::vallabha.deshapande@athenagt.com::b5c944ff-2677-411d-a8ed-95f1b8dd028b" providerId="AD" clId="Web-{823EEB2F-6434-8BF6-2194-0DCB6E180F9F}" dt="2024-11-15T05:48:19.997" v="68"/>
          <ac:spMkLst>
            <pc:docMk/>
            <pc:sldMk cId="949274449" sldId="289"/>
            <ac:spMk id="13" creationId="{928F64C6-FE22-4FC1-A763-DFCC514811BD}"/>
          </ac:spMkLst>
        </pc:spChg>
        <pc:spChg chg="add del">
          <ac:chgData name="Vallabha Deshapande" userId="S::vallabha.deshapande@athenagt.com::b5c944ff-2677-411d-a8ed-95f1b8dd028b" providerId="AD" clId="Web-{823EEB2F-6434-8BF6-2194-0DCB6E180F9F}" dt="2024-11-15T05:48:35.669" v="70"/>
          <ac:spMkLst>
            <pc:docMk/>
            <pc:sldMk cId="949274449" sldId="289"/>
            <ac:spMk id="17" creationId="{78418A25-6EAC-4140-BFE6-284E1925B5EE}"/>
          </ac:spMkLst>
        </pc:spChg>
        <pc:spChg chg="add del">
          <ac:chgData name="Vallabha Deshapande" userId="S::vallabha.deshapande@athenagt.com::b5c944ff-2677-411d-a8ed-95f1b8dd028b" providerId="AD" clId="Web-{823EEB2F-6434-8BF6-2194-0DCB6E180F9F}" dt="2024-11-15T05:48:35.669" v="70"/>
          <ac:spMkLst>
            <pc:docMk/>
            <pc:sldMk cId="949274449" sldId="289"/>
            <ac:spMk id="18" creationId="{F6E384F5-137A-40B1-97F0-694CC6ECD59C}"/>
          </ac:spMkLst>
        </pc:spChg>
        <pc:spChg chg="add del">
          <ac:chgData name="Vallabha Deshapande" userId="S::vallabha.deshapande@athenagt.com::b5c944ff-2677-411d-a8ed-95f1b8dd028b" providerId="AD" clId="Web-{823EEB2F-6434-8BF6-2194-0DCB6E180F9F}" dt="2024-11-15T05:48:35.669" v="70"/>
          <ac:spMkLst>
            <pc:docMk/>
            <pc:sldMk cId="949274449" sldId="289"/>
            <ac:spMk id="19" creationId="{6B9D64DB-4D5C-4A91-B45F-F301E3174F9F}"/>
          </ac:spMkLst>
        </pc:spChg>
        <pc:spChg chg="add del">
          <ac:chgData name="Vallabha Deshapande" userId="S::vallabha.deshapande@athenagt.com::b5c944ff-2677-411d-a8ed-95f1b8dd028b" providerId="AD" clId="Web-{823EEB2F-6434-8BF6-2194-0DCB6E180F9F}" dt="2024-11-15T05:48:35.669" v="70"/>
          <ac:spMkLst>
            <pc:docMk/>
            <pc:sldMk cId="949274449" sldId="289"/>
            <ac:spMk id="20" creationId="{9DBC4630-03DA-474F-BBCB-BA3AE6B317A4}"/>
          </ac:spMkLst>
        </pc:spChg>
        <pc:spChg chg="add del">
          <ac:chgData name="Vallabha Deshapande" userId="S::vallabha.deshapande@athenagt.com::b5c944ff-2677-411d-a8ed-95f1b8dd028b" providerId="AD" clId="Web-{823EEB2F-6434-8BF6-2194-0DCB6E180F9F}" dt="2024-11-15T05:48:35.669" v="70"/>
          <ac:spMkLst>
            <pc:docMk/>
            <pc:sldMk cId="949274449" sldId="289"/>
            <ac:spMk id="21" creationId="{CB14CE1B-4BC5-4EF2-BE3D-05E4F580B3DB}"/>
          </ac:spMkLst>
        </pc:spChg>
        <pc:spChg chg="add del">
          <ac:chgData name="Vallabha Deshapande" userId="S::vallabha.deshapande@athenagt.com::b5c944ff-2677-411d-a8ed-95f1b8dd028b" providerId="AD" clId="Web-{823EEB2F-6434-8BF6-2194-0DCB6E180F9F}" dt="2024-11-15T05:48:41.747" v="72"/>
          <ac:spMkLst>
            <pc:docMk/>
            <pc:sldMk cId="949274449" sldId="289"/>
            <ac:spMk id="23" creationId="{7BC0F8B1-F985-469B-8332-13DBC7665557}"/>
          </ac:spMkLst>
        </pc:spChg>
        <pc:spChg chg="add del">
          <ac:chgData name="Vallabha Deshapande" userId="S::vallabha.deshapande@athenagt.com::b5c944ff-2677-411d-a8ed-95f1b8dd028b" providerId="AD" clId="Web-{823EEB2F-6434-8BF6-2194-0DCB6E180F9F}" dt="2024-11-15T05:48:41.747" v="72"/>
          <ac:spMkLst>
            <pc:docMk/>
            <pc:sldMk cId="949274449" sldId="289"/>
            <ac:spMk id="24" creationId="{89D15953-1642-4DD6-AD9E-01AA19247FF6}"/>
          </ac:spMkLst>
        </pc:spChg>
        <pc:spChg chg="add del">
          <ac:chgData name="Vallabha Deshapande" userId="S::vallabha.deshapande@athenagt.com::b5c944ff-2677-411d-a8ed-95f1b8dd028b" providerId="AD" clId="Web-{823EEB2F-6434-8BF6-2194-0DCB6E180F9F}" dt="2024-11-15T05:48:41.747" v="72"/>
          <ac:spMkLst>
            <pc:docMk/>
            <pc:sldMk cId="949274449" sldId="289"/>
            <ac:spMk id="26" creationId="{FBF3780C-749F-4B50-9E1D-F2B1F6DBB7DD}"/>
          </ac:spMkLst>
        </pc:spChg>
        <pc:spChg chg="add del">
          <ac:chgData name="Vallabha Deshapande" userId="S::vallabha.deshapande@athenagt.com::b5c944ff-2677-411d-a8ed-95f1b8dd028b" providerId="AD" clId="Web-{823EEB2F-6434-8BF6-2194-0DCB6E180F9F}" dt="2024-11-15T05:49:07.279" v="74"/>
          <ac:spMkLst>
            <pc:docMk/>
            <pc:sldMk cId="949274449" sldId="289"/>
            <ac:spMk id="28" creationId="{928F64C6-FE22-4FC1-A763-DFCC514811BD}"/>
          </ac:spMkLst>
        </pc:spChg>
        <pc:spChg chg="add del">
          <ac:chgData name="Vallabha Deshapande" userId="S::vallabha.deshapande@athenagt.com::b5c944ff-2677-411d-a8ed-95f1b8dd028b" providerId="AD" clId="Web-{823EEB2F-6434-8BF6-2194-0DCB6E180F9F}" dt="2024-11-15T05:49:44.280" v="88"/>
          <ac:spMkLst>
            <pc:docMk/>
            <pc:sldMk cId="949274449" sldId="289"/>
            <ac:spMk id="31" creationId="{AAD8F19F-4A55-467B-BED0-8837659A90A4}"/>
          </ac:spMkLst>
        </pc:spChg>
        <pc:spChg chg="add del">
          <ac:chgData name="Vallabha Deshapande" userId="S::vallabha.deshapande@athenagt.com::b5c944ff-2677-411d-a8ed-95f1b8dd028b" providerId="AD" clId="Web-{823EEB2F-6434-8BF6-2194-0DCB6E180F9F}" dt="2024-11-15T05:49:44.280" v="87"/>
          <ac:spMkLst>
            <pc:docMk/>
            <pc:sldMk cId="949274449" sldId="289"/>
            <ac:spMk id="36" creationId="{AAD8F19F-4A55-467B-BED0-8837659A90A4}"/>
          </ac:spMkLst>
        </pc:spChg>
        <pc:spChg chg="add">
          <ac:chgData name="Vallabha Deshapande" userId="S::vallabha.deshapande@athenagt.com::b5c944ff-2677-411d-a8ed-95f1b8dd028b" providerId="AD" clId="Web-{823EEB2F-6434-8BF6-2194-0DCB6E180F9F}" dt="2024-11-15T05:49:44.280" v="88"/>
          <ac:spMkLst>
            <pc:docMk/>
            <pc:sldMk cId="949274449" sldId="289"/>
            <ac:spMk id="39" creationId="{928F64C6-FE22-4FC1-A763-DFCC514811BD}"/>
          </ac:spMkLst>
        </pc:spChg>
        <pc:spChg chg="add del mod">
          <ac:chgData name="Vallabha Deshapande" userId="S::vallabha.deshapande@athenagt.com::b5c944ff-2677-411d-a8ed-95f1b8dd028b" providerId="AD" clId="Web-{823EEB2F-6434-8BF6-2194-0DCB6E180F9F}" dt="2024-11-15T06:15:35.068" v="195"/>
          <ac:spMkLst>
            <pc:docMk/>
            <pc:sldMk cId="949274449" sldId="289"/>
            <ac:spMk id="42" creationId="{AE53121C-0E15-1902-9D89-A253E4408750}"/>
          </ac:spMkLst>
        </pc:spChg>
        <pc:graphicFrameChg chg="add del mod modGraphic">
          <ac:chgData name="Vallabha Deshapande" userId="S::vallabha.deshapande@athenagt.com::b5c944ff-2677-411d-a8ed-95f1b8dd028b" providerId="AD" clId="Web-{823EEB2F-6434-8BF6-2194-0DCB6E180F9F}" dt="2024-11-15T06:13:55.582" v="178"/>
          <ac:graphicFrameMkLst>
            <pc:docMk/>
            <pc:sldMk cId="949274449" sldId="289"/>
            <ac:graphicFrameMk id="16" creationId="{930462A0-4EDA-0126-5C17-80F200E1D64C}"/>
          </ac:graphicFrameMkLst>
        </pc:graphicFrameChg>
        <pc:picChg chg="add del mod">
          <ac:chgData name="Vallabha Deshapande" userId="S::vallabha.deshapande@athenagt.com::b5c944ff-2677-411d-a8ed-95f1b8dd028b" providerId="AD" clId="Web-{823EEB2F-6434-8BF6-2194-0DCB6E180F9F}" dt="2024-11-15T06:06:38.388" v="173"/>
          <ac:picMkLst>
            <pc:docMk/>
            <pc:sldMk cId="949274449" sldId="289"/>
            <ac:picMk id="4" creationId="{5F3C4973-325E-79DF-43DB-FDC97864B91F}"/>
          </ac:picMkLst>
        </pc:picChg>
        <pc:picChg chg="add del mod ord">
          <ac:chgData name="Vallabha Deshapande" userId="S::vallabha.deshapande@athenagt.com::b5c944ff-2677-411d-a8ed-95f1b8dd028b" providerId="AD" clId="Web-{823EEB2F-6434-8BF6-2194-0DCB6E180F9F}" dt="2024-11-15T06:15:57.037" v="200"/>
          <ac:picMkLst>
            <pc:docMk/>
            <pc:sldMk cId="949274449" sldId="289"/>
            <ac:picMk id="5" creationId="{B5F18B16-351F-0466-BC71-95CAE4E25189}"/>
          </ac:picMkLst>
        </pc:picChg>
        <pc:picChg chg="add del mod">
          <ac:chgData name="Vallabha Deshapande" userId="S::vallabha.deshapande@athenagt.com::b5c944ff-2677-411d-a8ed-95f1b8dd028b" providerId="AD" clId="Web-{823EEB2F-6434-8BF6-2194-0DCB6E180F9F}" dt="2024-11-15T06:15:57.037" v="202"/>
          <ac:picMkLst>
            <pc:docMk/>
            <pc:sldMk cId="949274449" sldId="289"/>
            <ac:picMk id="6" creationId="{B81C33A5-CC0E-5F6B-0E9E-BA406977F16E}"/>
          </ac:picMkLst>
        </pc:picChg>
        <pc:picChg chg="add del mod ord">
          <ac:chgData name="Vallabha Deshapande" userId="S::vallabha.deshapande@athenagt.com::b5c944ff-2677-411d-a8ed-95f1b8dd028b" providerId="AD" clId="Web-{823EEB2F-6434-8BF6-2194-0DCB6E180F9F}" dt="2024-11-15T06:15:57.037" v="201"/>
          <ac:picMkLst>
            <pc:docMk/>
            <pc:sldMk cId="949274449" sldId="289"/>
            <ac:picMk id="7" creationId="{981A9858-40FA-7C69-D27B-599E4F0507F3}"/>
          </ac:picMkLst>
        </pc:picChg>
        <pc:picChg chg="add del mod ord">
          <ac:chgData name="Vallabha Deshapande" userId="S::vallabha.deshapande@athenagt.com::b5c944ff-2677-411d-a8ed-95f1b8dd028b" providerId="AD" clId="Web-{823EEB2F-6434-8BF6-2194-0DCB6E180F9F}" dt="2024-11-15T06:15:57.037" v="203"/>
          <ac:picMkLst>
            <pc:docMk/>
            <pc:sldMk cId="949274449" sldId="289"/>
            <ac:picMk id="8" creationId="{EC74525B-3AB5-DAB1-609F-599A798A7370}"/>
          </ac:picMkLst>
        </pc:picChg>
        <pc:picChg chg="add del mod modCrop">
          <ac:chgData name="Vallabha Deshapande" userId="S::vallabha.deshapande@athenagt.com::b5c944ff-2677-411d-a8ed-95f1b8dd028b" providerId="AD" clId="Web-{823EEB2F-6434-8BF6-2194-0DCB6E180F9F}" dt="2024-11-15T06:15:03.818" v="190"/>
          <ac:picMkLst>
            <pc:docMk/>
            <pc:sldMk cId="949274449" sldId="289"/>
            <ac:picMk id="14" creationId="{ED66695E-AAD2-2BB6-0589-4BC28772FC89}"/>
          </ac:picMkLst>
        </pc:picChg>
        <pc:picChg chg="add del mod">
          <ac:chgData name="Vallabha Deshapande" userId="S::vallabha.deshapande@athenagt.com::b5c944ff-2677-411d-a8ed-95f1b8dd028b" providerId="AD" clId="Web-{823EEB2F-6434-8BF6-2194-0DCB6E180F9F}" dt="2024-11-15T06:15:57.037" v="199"/>
          <ac:picMkLst>
            <pc:docMk/>
            <pc:sldMk cId="949274449" sldId="289"/>
            <ac:picMk id="40" creationId="{86E18C2B-D460-3E1E-6732-BA4B6FB0F76D}"/>
          </ac:picMkLst>
        </pc:picChg>
        <pc:cxnChg chg="add del">
          <ac:chgData name="Vallabha Deshapande" userId="S::vallabha.deshapande@athenagt.com::b5c944ff-2677-411d-a8ed-95f1b8dd028b" providerId="AD" clId="Web-{823EEB2F-6434-8BF6-2194-0DCB6E180F9F}" dt="2024-11-15T05:48:19.997" v="68"/>
          <ac:cxnSpMkLst>
            <pc:docMk/>
            <pc:sldMk cId="949274449" sldId="289"/>
            <ac:cxnSpMk id="15" creationId="{5C34627B-48E6-4F4D-B843-97717A86B490}"/>
          </ac:cxnSpMkLst>
        </pc:cxnChg>
        <pc:cxnChg chg="add del">
          <ac:chgData name="Vallabha Deshapande" userId="S::vallabha.deshapande@athenagt.com::b5c944ff-2677-411d-a8ed-95f1b8dd028b" providerId="AD" clId="Web-{823EEB2F-6434-8BF6-2194-0DCB6E180F9F}" dt="2024-11-15T05:48:41.747" v="72"/>
          <ac:cxnSpMkLst>
            <pc:docMk/>
            <pc:sldMk cId="949274449" sldId="289"/>
            <ac:cxnSpMk id="25" creationId="{1918D9D3-1370-4FF6-9DFC-9F87F9039590}"/>
          </ac:cxnSpMkLst>
        </pc:cxnChg>
        <pc:cxnChg chg="add del">
          <ac:chgData name="Vallabha Deshapande" userId="S::vallabha.deshapande@athenagt.com::b5c944ff-2677-411d-a8ed-95f1b8dd028b" providerId="AD" clId="Web-{823EEB2F-6434-8BF6-2194-0DCB6E180F9F}" dt="2024-11-15T05:49:07.279" v="74"/>
          <ac:cxnSpMkLst>
            <pc:docMk/>
            <pc:sldMk cId="949274449" sldId="289"/>
            <ac:cxnSpMk id="29" creationId="{5C34627B-48E6-4F4D-B843-97717A86B490}"/>
          </ac:cxnSpMkLst>
        </pc:cxnChg>
        <pc:cxnChg chg="add">
          <ac:chgData name="Vallabha Deshapande" userId="S::vallabha.deshapande@athenagt.com::b5c944ff-2677-411d-a8ed-95f1b8dd028b" providerId="AD" clId="Web-{823EEB2F-6434-8BF6-2194-0DCB6E180F9F}" dt="2024-11-15T05:49:44.280" v="88"/>
          <ac:cxnSpMkLst>
            <pc:docMk/>
            <pc:sldMk cId="949274449" sldId="289"/>
            <ac:cxnSpMk id="38" creationId="{5C34627B-48E6-4F4D-B843-97717A86B490}"/>
          </ac:cxnSpMkLst>
        </pc:cxnChg>
      </pc:sldChg>
      <pc:sldChg chg="addSp delSp modSp new mod setBg setClrOvrMap">
        <pc:chgData name="Vallabha Deshapande" userId="S::vallabha.deshapande@athenagt.com::b5c944ff-2677-411d-a8ed-95f1b8dd028b" providerId="AD" clId="Web-{823EEB2F-6434-8BF6-2194-0DCB6E180F9F}" dt="2024-11-15T06:24:53.420" v="397" actId="1076"/>
        <pc:sldMkLst>
          <pc:docMk/>
          <pc:sldMk cId="1242370517" sldId="290"/>
        </pc:sldMkLst>
        <pc:spChg chg="del">
          <ac:chgData name="Vallabha Deshapande" userId="S::vallabha.deshapande@athenagt.com::b5c944ff-2677-411d-a8ed-95f1b8dd028b" providerId="AD" clId="Web-{823EEB2F-6434-8BF6-2194-0DCB6E180F9F}" dt="2024-11-15T06:15:49.162" v="197"/>
          <ac:spMkLst>
            <pc:docMk/>
            <pc:sldMk cId="1242370517" sldId="290"/>
            <ac:spMk id="2" creationId="{257FAF90-18C9-1179-9D77-8FB460E0EC6C}"/>
          </ac:spMkLst>
        </pc:spChg>
        <pc:spChg chg="add mod">
          <ac:chgData name="Vallabha Deshapande" userId="S::vallabha.deshapande@athenagt.com::b5c944ff-2677-411d-a8ed-95f1b8dd028b" providerId="AD" clId="Web-{823EEB2F-6434-8BF6-2194-0DCB6E180F9F}" dt="2024-11-15T06:24:46.420" v="395" actId="1076"/>
          <ac:spMkLst>
            <pc:docMk/>
            <pc:sldMk cId="1242370517" sldId="290"/>
            <ac:spMk id="2" creationId="{7231F796-9B47-009C-8E0B-B33D2682BF7C}"/>
          </ac:spMkLst>
        </pc:spChg>
        <pc:spChg chg="add del">
          <ac:chgData name="Vallabha Deshapande" userId="S::vallabha.deshapande@athenagt.com::b5c944ff-2677-411d-a8ed-95f1b8dd028b" providerId="AD" clId="Web-{823EEB2F-6434-8BF6-2194-0DCB6E180F9F}" dt="2024-11-15T06:20:50.057" v="275"/>
          <ac:spMkLst>
            <pc:docMk/>
            <pc:sldMk cId="1242370517" sldId="290"/>
            <ac:spMk id="3" creationId="{03388491-FF77-5333-1499-A00C34EE5670}"/>
          </ac:spMkLst>
        </pc:spChg>
        <pc:spChg chg="del">
          <ac:chgData name="Vallabha Deshapande" userId="S::vallabha.deshapande@athenagt.com::b5c944ff-2677-411d-a8ed-95f1b8dd028b" providerId="AD" clId="Web-{823EEB2F-6434-8BF6-2194-0DCB6E180F9F}" dt="2024-11-15T06:15:51.490" v="198"/>
          <ac:spMkLst>
            <pc:docMk/>
            <pc:sldMk cId="1242370517" sldId="290"/>
            <ac:spMk id="3" creationId="{6E16AE3F-4BA3-F610-11EC-D55550CD8B39}"/>
          </ac:spMkLst>
        </pc:spChg>
        <pc:spChg chg="add mod ord">
          <ac:chgData name="Vallabha Deshapande" userId="S::vallabha.deshapande@athenagt.com::b5c944ff-2677-411d-a8ed-95f1b8dd028b" providerId="AD" clId="Web-{823EEB2F-6434-8BF6-2194-0DCB6E180F9F}" dt="2024-11-15T06:20:09.697" v="253" actId="1076"/>
          <ac:spMkLst>
            <pc:docMk/>
            <pc:sldMk cId="1242370517" sldId="290"/>
            <ac:spMk id="9" creationId="{C80552EB-777B-01EA-CF71-D459894293A3}"/>
          </ac:spMkLst>
        </pc:spChg>
        <pc:spChg chg="add mod">
          <ac:chgData name="Vallabha Deshapande" userId="S::vallabha.deshapande@athenagt.com::b5c944ff-2677-411d-a8ed-95f1b8dd028b" providerId="AD" clId="Web-{823EEB2F-6434-8BF6-2194-0DCB6E180F9F}" dt="2024-11-15T06:24:40.655" v="394" actId="1076"/>
          <ac:spMkLst>
            <pc:docMk/>
            <pc:sldMk cId="1242370517" sldId="290"/>
            <ac:spMk id="10" creationId="{AFA81573-6E07-0B27-F411-F673D263FF81}"/>
          </ac:spMkLst>
        </pc:spChg>
        <pc:spChg chg="add mod">
          <ac:chgData name="Vallabha Deshapande" userId="S::vallabha.deshapande@athenagt.com::b5c944ff-2677-411d-a8ed-95f1b8dd028b" providerId="AD" clId="Web-{823EEB2F-6434-8BF6-2194-0DCB6E180F9F}" dt="2024-11-15T06:24:53.420" v="397" actId="1076"/>
          <ac:spMkLst>
            <pc:docMk/>
            <pc:sldMk cId="1242370517" sldId="290"/>
            <ac:spMk id="11" creationId="{8B157A09-F657-1DDA-25DA-8F10AFBC8FE0}"/>
          </ac:spMkLst>
        </pc:spChg>
        <pc:spChg chg="add mod">
          <ac:chgData name="Vallabha Deshapande" userId="S::vallabha.deshapande@athenagt.com::b5c944ff-2677-411d-a8ed-95f1b8dd028b" providerId="AD" clId="Web-{823EEB2F-6434-8BF6-2194-0DCB6E180F9F}" dt="2024-11-15T06:24:37.686" v="393" actId="1076"/>
          <ac:spMkLst>
            <pc:docMk/>
            <pc:sldMk cId="1242370517" sldId="290"/>
            <ac:spMk id="12" creationId="{EBB9BC22-6F65-9F3E-A0B9-189409BF6476}"/>
          </ac:spMkLst>
        </pc:spChg>
        <pc:spChg chg="add mod">
          <ac:chgData name="Vallabha Deshapande" userId="S::vallabha.deshapande@athenagt.com::b5c944ff-2677-411d-a8ed-95f1b8dd028b" providerId="AD" clId="Web-{823EEB2F-6434-8BF6-2194-0DCB6E180F9F}" dt="2024-11-15T06:24:33.733" v="392" actId="1076"/>
          <ac:spMkLst>
            <pc:docMk/>
            <pc:sldMk cId="1242370517" sldId="290"/>
            <ac:spMk id="13" creationId="{9F059CA7-4D81-8BF3-0D2A-E5C26000CD4D}"/>
          </ac:spMkLst>
        </pc:spChg>
        <pc:spChg chg="add del">
          <ac:chgData name="Vallabha Deshapande" userId="S::vallabha.deshapande@athenagt.com::b5c944ff-2677-411d-a8ed-95f1b8dd028b" providerId="AD" clId="Web-{823EEB2F-6434-8BF6-2194-0DCB6E180F9F}" dt="2024-11-15T06:16:05.194" v="210"/>
          <ac:spMkLst>
            <pc:docMk/>
            <pc:sldMk cId="1242370517" sldId="290"/>
            <ac:spMk id="13" creationId="{EA518CE4-E4D4-4D8A-980F-6D692AC96949}"/>
          </ac:spMkLst>
        </pc:spChg>
        <pc:spChg chg="add del">
          <ac:chgData name="Vallabha Deshapande" userId="S::vallabha.deshapande@athenagt.com::b5c944ff-2677-411d-a8ed-95f1b8dd028b" providerId="AD" clId="Web-{823EEB2F-6434-8BF6-2194-0DCB6E180F9F}" dt="2024-11-15T06:16:05.194" v="210"/>
          <ac:spMkLst>
            <pc:docMk/>
            <pc:sldMk cId="1242370517" sldId="290"/>
            <ac:spMk id="15" creationId="{F82BF3E2-EB0E-40D6-8835-2367A5316CA4}"/>
          </ac:spMkLst>
        </pc:spChg>
        <pc:spChg chg="add del">
          <ac:chgData name="Vallabha Deshapande" userId="S::vallabha.deshapande@athenagt.com::b5c944ff-2677-411d-a8ed-95f1b8dd028b" providerId="AD" clId="Web-{823EEB2F-6434-8BF6-2194-0DCB6E180F9F}" dt="2024-11-15T06:16:05.194" v="210"/>
          <ac:spMkLst>
            <pc:docMk/>
            <pc:sldMk cId="1242370517" sldId="290"/>
            <ac:spMk id="17" creationId="{481E86DD-89E6-42B2-8675-84B7C56BFF7D}"/>
          </ac:spMkLst>
        </pc:spChg>
        <pc:spChg chg="add del">
          <ac:chgData name="Vallabha Deshapande" userId="S::vallabha.deshapande@athenagt.com::b5c944ff-2677-411d-a8ed-95f1b8dd028b" providerId="AD" clId="Web-{823EEB2F-6434-8BF6-2194-0DCB6E180F9F}" dt="2024-11-15T06:18:09.477" v="242"/>
          <ac:spMkLst>
            <pc:docMk/>
            <pc:sldMk cId="1242370517" sldId="290"/>
            <ac:spMk id="19" creationId="{8FC8C21F-9484-4A71-ABFA-6C10682FAC3E}"/>
          </ac:spMkLst>
        </pc:spChg>
        <pc:spChg chg="add del">
          <ac:chgData name="Vallabha Deshapande" userId="S::vallabha.deshapande@athenagt.com::b5c944ff-2677-411d-a8ed-95f1b8dd028b" providerId="AD" clId="Web-{823EEB2F-6434-8BF6-2194-0DCB6E180F9F}" dt="2024-11-15T06:18:09.477" v="242"/>
          <ac:spMkLst>
            <pc:docMk/>
            <pc:sldMk cId="1242370517" sldId="290"/>
            <ac:spMk id="20" creationId="{E1750109-3B91-4506-B997-0CD8E35A1488}"/>
          </ac:spMkLst>
        </pc:spChg>
        <pc:spChg chg="add del">
          <ac:chgData name="Vallabha Deshapande" userId="S::vallabha.deshapande@athenagt.com::b5c944ff-2677-411d-a8ed-95f1b8dd028b" providerId="AD" clId="Web-{823EEB2F-6434-8BF6-2194-0DCB6E180F9F}" dt="2024-11-15T06:18:09.477" v="242"/>
          <ac:spMkLst>
            <pc:docMk/>
            <pc:sldMk cId="1242370517" sldId="290"/>
            <ac:spMk id="21" creationId="{2C444748-5A8D-4B53-89FE-42B455DFA2D1}"/>
          </ac:spMkLst>
        </pc:spChg>
        <pc:spChg chg="add del">
          <ac:chgData name="Vallabha Deshapande" userId="S::vallabha.deshapande@athenagt.com::b5c944ff-2677-411d-a8ed-95f1b8dd028b" providerId="AD" clId="Web-{823EEB2F-6434-8BF6-2194-0DCB6E180F9F}" dt="2024-11-15T06:18:09.477" v="242"/>
          <ac:spMkLst>
            <pc:docMk/>
            <pc:sldMk cId="1242370517" sldId="290"/>
            <ac:spMk id="22" creationId="{E72D8D1B-59F6-4FF3-8547-9BBB6129F2FA}"/>
          </ac:spMkLst>
        </pc:spChg>
        <pc:spChg chg="add del">
          <ac:chgData name="Vallabha Deshapande" userId="S::vallabha.deshapande@athenagt.com::b5c944ff-2677-411d-a8ed-95f1b8dd028b" providerId="AD" clId="Web-{823EEB2F-6434-8BF6-2194-0DCB6E180F9F}" dt="2024-11-15T06:18:09.477" v="242"/>
          <ac:spMkLst>
            <pc:docMk/>
            <pc:sldMk cId="1242370517" sldId="290"/>
            <ac:spMk id="23" creationId="{F4FFA271-A10A-4AC3-8F06-E3313A197A80}"/>
          </ac:spMkLst>
        </pc:spChg>
        <pc:spChg chg="add del">
          <ac:chgData name="Vallabha Deshapande" userId="S::vallabha.deshapande@athenagt.com::b5c944ff-2677-411d-a8ed-95f1b8dd028b" providerId="AD" clId="Web-{823EEB2F-6434-8BF6-2194-0DCB6E180F9F}" dt="2024-11-15T06:18:09.477" v="242"/>
          <ac:spMkLst>
            <pc:docMk/>
            <pc:sldMk cId="1242370517" sldId="290"/>
            <ac:spMk id="24" creationId="{14044C96-7CFD-44DB-A579-D77B0D37C681}"/>
          </ac:spMkLst>
        </pc:spChg>
        <pc:spChg chg="add del">
          <ac:chgData name="Vallabha Deshapande" userId="S::vallabha.deshapande@athenagt.com::b5c944ff-2677-411d-a8ed-95f1b8dd028b" providerId="AD" clId="Web-{823EEB2F-6434-8BF6-2194-0DCB6E180F9F}" dt="2024-11-15T06:18:47.556" v="246"/>
          <ac:spMkLst>
            <pc:docMk/>
            <pc:sldMk cId="1242370517" sldId="290"/>
            <ac:spMk id="29" creationId="{F6E384F5-137A-40B1-97F0-694CC6ECD59C}"/>
          </ac:spMkLst>
        </pc:spChg>
        <pc:spChg chg="add del">
          <ac:chgData name="Vallabha Deshapande" userId="S::vallabha.deshapande@athenagt.com::b5c944ff-2677-411d-a8ed-95f1b8dd028b" providerId="AD" clId="Web-{823EEB2F-6434-8BF6-2194-0DCB6E180F9F}" dt="2024-11-15T06:18:47.556" v="246"/>
          <ac:spMkLst>
            <pc:docMk/>
            <pc:sldMk cId="1242370517" sldId="290"/>
            <ac:spMk id="31" creationId="{9DBC4630-03DA-474F-BBCB-BA3AE6B317A4}"/>
          </ac:spMkLst>
        </pc:spChg>
        <pc:spChg chg="add del">
          <ac:chgData name="Vallabha Deshapande" userId="S::vallabha.deshapande@athenagt.com::b5c944ff-2677-411d-a8ed-95f1b8dd028b" providerId="AD" clId="Web-{823EEB2F-6434-8BF6-2194-0DCB6E180F9F}" dt="2024-11-15T06:18:47.556" v="246"/>
          <ac:spMkLst>
            <pc:docMk/>
            <pc:sldMk cId="1242370517" sldId="290"/>
            <ac:spMk id="33" creationId="{78418A25-6EAC-4140-BFE6-284E1925B5EE}"/>
          </ac:spMkLst>
        </pc:spChg>
        <pc:spChg chg="add del">
          <ac:chgData name="Vallabha Deshapande" userId="S::vallabha.deshapande@athenagt.com::b5c944ff-2677-411d-a8ed-95f1b8dd028b" providerId="AD" clId="Web-{823EEB2F-6434-8BF6-2194-0DCB6E180F9F}" dt="2024-11-15T06:18:47.556" v="246"/>
          <ac:spMkLst>
            <pc:docMk/>
            <pc:sldMk cId="1242370517" sldId="290"/>
            <ac:spMk id="35" creationId="{6B9D64DB-4D5C-4A91-B45F-F301E3174F9F}"/>
          </ac:spMkLst>
        </pc:spChg>
        <pc:spChg chg="add del">
          <ac:chgData name="Vallabha Deshapande" userId="S::vallabha.deshapande@athenagt.com::b5c944ff-2677-411d-a8ed-95f1b8dd028b" providerId="AD" clId="Web-{823EEB2F-6434-8BF6-2194-0DCB6E180F9F}" dt="2024-11-15T06:18:47.556" v="246"/>
          <ac:spMkLst>
            <pc:docMk/>
            <pc:sldMk cId="1242370517" sldId="290"/>
            <ac:spMk id="37" creationId="{CB14CE1B-4BC5-4EF2-BE3D-05E4F580B3DB}"/>
          </ac:spMkLst>
        </pc:spChg>
        <pc:spChg chg="add del">
          <ac:chgData name="Vallabha Deshapande" userId="S::vallabha.deshapande@athenagt.com::b5c944ff-2677-411d-a8ed-95f1b8dd028b" providerId="AD" clId="Web-{823EEB2F-6434-8BF6-2194-0DCB6E180F9F}" dt="2024-11-15T06:18:47.556" v="245"/>
          <ac:spMkLst>
            <pc:docMk/>
            <pc:sldMk cId="1242370517" sldId="290"/>
            <ac:spMk id="42" creationId="{7BC0F8B1-F985-469B-8332-13DBC7665557}"/>
          </ac:spMkLst>
        </pc:spChg>
        <pc:spChg chg="add del">
          <ac:chgData name="Vallabha Deshapande" userId="S::vallabha.deshapande@athenagt.com::b5c944ff-2677-411d-a8ed-95f1b8dd028b" providerId="AD" clId="Web-{823EEB2F-6434-8BF6-2194-0DCB6E180F9F}" dt="2024-11-15T06:18:47.556" v="245"/>
          <ac:spMkLst>
            <pc:docMk/>
            <pc:sldMk cId="1242370517" sldId="290"/>
            <ac:spMk id="44" creationId="{89D15953-1642-4DD6-AD9E-01AA19247FF6}"/>
          </ac:spMkLst>
        </pc:spChg>
        <pc:spChg chg="add del">
          <ac:chgData name="Vallabha Deshapande" userId="S::vallabha.deshapande@athenagt.com::b5c944ff-2677-411d-a8ed-95f1b8dd028b" providerId="AD" clId="Web-{823EEB2F-6434-8BF6-2194-0DCB6E180F9F}" dt="2024-11-15T06:18:47.556" v="245"/>
          <ac:spMkLst>
            <pc:docMk/>
            <pc:sldMk cId="1242370517" sldId="290"/>
            <ac:spMk id="48" creationId="{FBF3780C-749F-4B50-9E1D-F2B1F6DBB7DD}"/>
          </ac:spMkLst>
        </pc:spChg>
        <pc:spChg chg="add del">
          <ac:chgData name="Vallabha Deshapande" userId="S::vallabha.deshapande@athenagt.com::b5c944ff-2677-411d-a8ed-95f1b8dd028b" providerId="AD" clId="Web-{823EEB2F-6434-8BF6-2194-0DCB6E180F9F}" dt="2024-11-15T06:19:09.165" v="249"/>
          <ac:spMkLst>
            <pc:docMk/>
            <pc:sldMk cId="1242370517" sldId="290"/>
            <ac:spMk id="50" creationId="{CB14CE1B-4BC5-4EF2-BE3D-05E4F580B3DB}"/>
          </ac:spMkLst>
        </pc:spChg>
        <pc:spChg chg="add del">
          <ac:chgData name="Vallabha Deshapande" userId="S::vallabha.deshapande@athenagt.com::b5c944ff-2677-411d-a8ed-95f1b8dd028b" providerId="AD" clId="Web-{823EEB2F-6434-8BF6-2194-0DCB6E180F9F}" dt="2024-11-15T06:19:09.165" v="249"/>
          <ac:spMkLst>
            <pc:docMk/>
            <pc:sldMk cId="1242370517" sldId="290"/>
            <ac:spMk id="51" creationId="{F6E384F5-137A-40B1-97F0-694CC6ECD59C}"/>
          </ac:spMkLst>
        </pc:spChg>
        <pc:spChg chg="add del">
          <ac:chgData name="Vallabha Deshapande" userId="S::vallabha.deshapande@athenagt.com::b5c944ff-2677-411d-a8ed-95f1b8dd028b" providerId="AD" clId="Web-{823EEB2F-6434-8BF6-2194-0DCB6E180F9F}" dt="2024-11-15T06:19:09.165" v="249"/>
          <ac:spMkLst>
            <pc:docMk/>
            <pc:sldMk cId="1242370517" sldId="290"/>
            <ac:spMk id="52" creationId="{9DBC4630-03DA-474F-BBCB-BA3AE6B317A4}"/>
          </ac:spMkLst>
        </pc:spChg>
        <pc:spChg chg="add del">
          <ac:chgData name="Vallabha Deshapande" userId="S::vallabha.deshapande@athenagt.com::b5c944ff-2677-411d-a8ed-95f1b8dd028b" providerId="AD" clId="Web-{823EEB2F-6434-8BF6-2194-0DCB6E180F9F}" dt="2024-11-15T06:19:09.165" v="249"/>
          <ac:spMkLst>
            <pc:docMk/>
            <pc:sldMk cId="1242370517" sldId="290"/>
            <ac:spMk id="53" creationId="{78418A25-6EAC-4140-BFE6-284E1925B5EE}"/>
          </ac:spMkLst>
        </pc:spChg>
        <pc:spChg chg="add del">
          <ac:chgData name="Vallabha Deshapande" userId="S::vallabha.deshapande@athenagt.com::b5c944ff-2677-411d-a8ed-95f1b8dd028b" providerId="AD" clId="Web-{823EEB2F-6434-8BF6-2194-0DCB6E180F9F}" dt="2024-11-15T06:19:09.165" v="249"/>
          <ac:spMkLst>
            <pc:docMk/>
            <pc:sldMk cId="1242370517" sldId="290"/>
            <ac:spMk id="54" creationId="{6B9D64DB-4D5C-4A91-B45F-F301E3174F9F}"/>
          </ac:spMkLst>
        </pc:spChg>
        <pc:spChg chg="add del">
          <ac:chgData name="Vallabha Deshapande" userId="S::vallabha.deshapande@athenagt.com::b5c944ff-2677-411d-a8ed-95f1b8dd028b" providerId="AD" clId="Web-{823EEB2F-6434-8BF6-2194-0DCB6E180F9F}" dt="2024-11-15T06:19:51.963" v="250"/>
          <ac:spMkLst>
            <pc:docMk/>
            <pc:sldMk cId="1242370517" sldId="290"/>
            <ac:spMk id="59" creationId="{7BC0F8B1-F985-469B-8332-13DBC7665557}"/>
          </ac:spMkLst>
        </pc:spChg>
        <pc:spChg chg="add del">
          <ac:chgData name="Vallabha Deshapande" userId="S::vallabha.deshapande@athenagt.com::b5c944ff-2677-411d-a8ed-95f1b8dd028b" providerId="AD" clId="Web-{823EEB2F-6434-8BF6-2194-0DCB6E180F9F}" dt="2024-11-15T06:19:51.963" v="250"/>
          <ac:spMkLst>
            <pc:docMk/>
            <pc:sldMk cId="1242370517" sldId="290"/>
            <ac:spMk id="61" creationId="{89D15953-1642-4DD6-AD9E-01AA19247FF6}"/>
          </ac:spMkLst>
        </pc:spChg>
        <pc:spChg chg="add del">
          <ac:chgData name="Vallabha Deshapande" userId="S::vallabha.deshapande@athenagt.com::b5c944ff-2677-411d-a8ed-95f1b8dd028b" providerId="AD" clId="Web-{823EEB2F-6434-8BF6-2194-0DCB6E180F9F}" dt="2024-11-15T06:19:51.963" v="250"/>
          <ac:spMkLst>
            <pc:docMk/>
            <pc:sldMk cId="1242370517" sldId="290"/>
            <ac:spMk id="65" creationId="{FBF3780C-749F-4B50-9E1D-F2B1F6DBB7DD}"/>
          </ac:spMkLst>
        </pc:spChg>
        <pc:spChg chg="add">
          <ac:chgData name="Vallabha Deshapande" userId="S::vallabha.deshapande@athenagt.com::b5c944ff-2677-411d-a8ed-95f1b8dd028b" providerId="AD" clId="Web-{823EEB2F-6434-8BF6-2194-0DCB6E180F9F}" dt="2024-11-15T06:19:51.963" v="250"/>
          <ac:spMkLst>
            <pc:docMk/>
            <pc:sldMk cId="1242370517" sldId="290"/>
            <ac:spMk id="70" creationId="{928F64C6-FE22-4FC1-A763-DFCC514811BD}"/>
          </ac:spMkLst>
        </pc:spChg>
        <pc:picChg chg="add mod ord">
          <ac:chgData name="Vallabha Deshapande" userId="S::vallabha.deshapande@athenagt.com::b5c944ff-2677-411d-a8ed-95f1b8dd028b" providerId="AD" clId="Web-{823EEB2F-6434-8BF6-2194-0DCB6E180F9F}" dt="2024-11-15T06:19:51.963" v="250"/>
          <ac:picMkLst>
            <pc:docMk/>
            <pc:sldMk cId="1242370517" sldId="290"/>
            <ac:picMk id="4" creationId="{02331348-6F82-4B09-FC8A-8D2E5E601D88}"/>
          </ac:picMkLst>
        </pc:picChg>
        <pc:picChg chg="add mod ord">
          <ac:chgData name="Vallabha Deshapande" userId="S::vallabha.deshapande@athenagt.com::b5c944ff-2677-411d-a8ed-95f1b8dd028b" providerId="AD" clId="Web-{823EEB2F-6434-8BF6-2194-0DCB6E180F9F}" dt="2024-11-15T06:19:51.963" v="250"/>
          <ac:picMkLst>
            <pc:docMk/>
            <pc:sldMk cId="1242370517" sldId="290"/>
            <ac:picMk id="5" creationId="{C87A1922-EFA4-B907-AD0F-40BF75D4835B}"/>
          </ac:picMkLst>
        </pc:picChg>
        <pc:picChg chg="add mod ord">
          <ac:chgData name="Vallabha Deshapande" userId="S::vallabha.deshapande@athenagt.com::b5c944ff-2677-411d-a8ed-95f1b8dd028b" providerId="AD" clId="Web-{823EEB2F-6434-8BF6-2194-0DCB6E180F9F}" dt="2024-11-15T06:19:51.963" v="250"/>
          <ac:picMkLst>
            <pc:docMk/>
            <pc:sldMk cId="1242370517" sldId="290"/>
            <ac:picMk id="6" creationId="{65686BEA-0514-2EC0-FA7F-7E7F7D989645}"/>
          </ac:picMkLst>
        </pc:picChg>
        <pc:picChg chg="add mod ord">
          <ac:chgData name="Vallabha Deshapande" userId="S::vallabha.deshapande@athenagt.com::b5c944ff-2677-411d-a8ed-95f1b8dd028b" providerId="AD" clId="Web-{823EEB2F-6434-8BF6-2194-0DCB6E180F9F}" dt="2024-11-15T06:20:51.214" v="277" actId="1076"/>
          <ac:picMkLst>
            <pc:docMk/>
            <pc:sldMk cId="1242370517" sldId="290"/>
            <ac:picMk id="7" creationId="{3F467CD4-C0D4-C377-2DBE-1B207F5748B2}"/>
          </ac:picMkLst>
        </pc:picChg>
        <pc:picChg chg="add mod ord">
          <ac:chgData name="Vallabha Deshapande" userId="S::vallabha.deshapande@athenagt.com::b5c944ff-2677-411d-a8ed-95f1b8dd028b" providerId="AD" clId="Web-{823EEB2F-6434-8BF6-2194-0DCB6E180F9F}" dt="2024-11-15T06:20:56.198" v="278" actId="1076"/>
          <ac:picMkLst>
            <pc:docMk/>
            <pc:sldMk cId="1242370517" sldId="290"/>
            <ac:picMk id="8" creationId="{F2C36825-F1BC-A224-7854-A4469EC16F80}"/>
          </ac:picMkLst>
        </pc:picChg>
        <pc:cxnChg chg="add del">
          <ac:chgData name="Vallabha Deshapande" userId="S::vallabha.deshapande@athenagt.com::b5c944ff-2677-411d-a8ed-95f1b8dd028b" providerId="AD" clId="Web-{823EEB2F-6434-8BF6-2194-0DCB6E180F9F}" dt="2024-11-15T06:18:47.556" v="245"/>
          <ac:cxnSpMkLst>
            <pc:docMk/>
            <pc:sldMk cId="1242370517" sldId="290"/>
            <ac:cxnSpMk id="46" creationId="{1918D9D3-1370-4FF6-9DFC-9F87F9039590}"/>
          </ac:cxnSpMkLst>
        </pc:cxnChg>
        <pc:cxnChg chg="add del">
          <ac:chgData name="Vallabha Deshapande" userId="S::vallabha.deshapande@athenagt.com::b5c944ff-2677-411d-a8ed-95f1b8dd028b" providerId="AD" clId="Web-{823EEB2F-6434-8BF6-2194-0DCB6E180F9F}" dt="2024-11-15T06:19:51.963" v="250"/>
          <ac:cxnSpMkLst>
            <pc:docMk/>
            <pc:sldMk cId="1242370517" sldId="290"/>
            <ac:cxnSpMk id="63" creationId="{1918D9D3-1370-4FF6-9DFC-9F87F9039590}"/>
          </ac:cxnSpMkLst>
        </pc:cxnChg>
        <pc:cxnChg chg="add">
          <ac:chgData name="Vallabha Deshapande" userId="S::vallabha.deshapande@athenagt.com::b5c944ff-2677-411d-a8ed-95f1b8dd028b" providerId="AD" clId="Web-{823EEB2F-6434-8BF6-2194-0DCB6E180F9F}" dt="2024-11-15T06:19:51.963" v="250"/>
          <ac:cxnSpMkLst>
            <pc:docMk/>
            <pc:sldMk cId="1242370517" sldId="290"/>
            <ac:cxnSpMk id="72" creationId="{5C34627B-48E6-4F4D-B843-97717A86B490}"/>
          </ac:cxnSpMkLst>
        </pc:cxn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92A808-D670-4063-AF1E-54F2AFB1D2A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E62E905-9620-4187-9A9E-FFB19A04B591}">
      <dgm:prSet/>
      <dgm:spPr/>
      <dgm:t>
        <a:bodyPr/>
        <a:lstStyle/>
        <a:p>
          <a:r>
            <a:rPr lang="en-US"/>
            <a:t>Understanding oneself</a:t>
          </a:r>
        </a:p>
      </dgm:t>
    </dgm:pt>
    <dgm:pt modelId="{187F4F6A-4F62-4130-AE90-EDD56928822B}" type="parTrans" cxnId="{AB4DB728-33A5-40FA-BE11-CAE1262E15C5}">
      <dgm:prSet/>
      <dgm:spPr/>
      <dgm:t>
        <a:bodyPr/>
        <a:lstStyle/>
        <a:p>
          <a:endParaRPr lang="en-US"/>
        </a:p>
      </dgm:t>
    </dgm:pt>
    <dgm:pt modelId="{25DC3679-2F83-46B3-9090-3F9F66F5E2C3}" type="sibTrans" cxnId="{AB4DB728-33A5-40FA-BE11-CAE1262E15C5}">
      <dgm:prSet/>
      <dgm:spPr/>
      <dgm:t>
        <a:bodyPr/>
        <a:lstStyle/>
        <a:p>
          <a:endParaRPr lang="en-US"/>
        </a:p>
      </dgm:t>
    </dgm:pt>
    <dgm:pt modelId="{F2859CA5-FDA9-401C-B652-B485248BDDD0}">
      <dgm:prSet/>
      <dgm:spPr/>
      <dgm:t>
        <a:bodyPr/>
        <a:lstStyle/>
        <a:p>
          <a:r>
            <a:rPr lang="en-US"/>
            <a:t>Recognizing strengths and weaknesses</a:t>
          </a:r>
        </a:p>
      </dgm:t>
    </dgm:pt>
    <dgm:pt modelId="{6487E835-D8EA-44B6-970C-D7B8803EB122}" type="parTrans" cxnId="{9D095DF1-8042-4F36-9AC4-0AFFE31C3B54}">
      <dgm:prSet/>
      <dgm:spPr/>
      <dgm:t>
        <a:bodyPr/>
        <a:lstStyle/>
        <a:p>
          <a:endParaRPr lang="en-US"/>
        </a:p>
      </dgm:t>
    </dgm:pt>
    <dgm:pt modelId="{D4C51679-B794-4BD3-A8D9-E7E807CE6E03}" type="sibTrans" cxnId="{9D095DF1-8042-4F36-9AC4-0AFFE31C3B54}">
      <dgm:prSet/>
      <dgm:spPr/>
      <dgm:t>
        <a:bodyPr/>
        <a:lstStyle/>
        <a:p>
          <a:endParaRPr lang="en-US"/>
        </a:p>
      </dgm:t>
    </dgm:pt>
    <dgm:pt modelId="{91E0B4FE-0793-4BAE-8A51-6EF467A3A9B8}">
      <dgm:prSet/>
      <dgm:spPr/>
      <dgm:t>
        <a:bodyPr/>
        <a:lstStyle/>
        <a:p>
          <a:r>
            <a:rPr lang="en-US"/>
            <a:t>Building self-confidence</a:t>
          </a:r>
        </a:p>
      </dgm:t>
    </dgm:pt>
    <dgm:pt modelId="{37B8DA79-1648-4D06-B13D-CEAA269860DC}" type="parTrans" cxnId="{BDA88A62-5B7F-468C-BCEB-0475B7B0A20C}">
      <dgm:prSet/>
      <dgm:spPr/>
      <dgm:t>
        <a:bodyPr/>
        <a:lstStyle/>
        <a:p>
          <a:endParaRPr lang="en-US"/>
        </a:p>
      </dgm:t>
    </dgm:pt>
    <dgm:pt modelId="{FB54B14C-36F3-4800-990A-D7F59DD0D26B}" type="sibTrans" cxnId="{BDA88A62-5B7F-468C-BCEB-0475B7B0A20C}">
      <dgm:prSet/>
      <dgm:spPr/>
      <dgm:t>
        <a:bodyPr/>
        <a:lstStyle/>
        <a:p>
          <a:endParaRPr lang="en-US"/>
        </a:p>
      </dgm:t>
    </dgm:pt>
    <dgm:pt modelId="{3EFBC9F5-2279-4A0A-BEF7-4CD1E0C7E5A8}" type="pres">
      <dgm:prSet presAssocID="{1592A808-D670-4063-AF1E-54F2AFB1D2AA}" presName="root" presStyleCnt="0">
        <dgm:presLayoutVars>
          <dgm:dir/>
          <dgm:resizeHandles val="exact"/>
        </dgm:presLayoutVars>
      </dgm:prSet>
      <dgm:spPr/>
    </dgm:pt>
    <dgm:pt modelId="{6E33C08E-919A-412D-AB3E-96DAB276C11D}" type="pres">
      <dgm:prSet presAssocID="{2E62E905-9620-4187-9A9E-FFB19A04B591}" presName="compNode" presStyleCnt="0"/>
      <dgm:spPr/>
    </dgm:pt>
    <dgm:pt modelId="{1A752494-145A-4877-91F9-363B0A2A7B7C}" type="pres">
      <dgm:prSet presAssocID="{2E62E905-9620-4187-9A9E-FFB19A04B591}" presName="bgRect" presStyleLbl="bgShp" presStyleIdx="0" presStyleCnt="3"/>
      <dgm:spPr/>
    </dgm:pt>
    <dgm:pt modelId="{F05F4DFE-A443-4FA0-8CB6-39024E7D2645}" type="pres">
      <dgm:prSet presAssocID="{2E62E905-9620-4187-9A9E-FFB19A04B59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83D0F2CB-B467-480E-8E36-D172D0D1ACC8}" type="pres">
      <dgm:prSet presAssocID="{2E62E905-9620-4187-9A9E-FFB19A04B591}" presName="spaceRect" presStyleCnt="0"/>
      <dgm:spPr/>
    </dgm:pt>
    <dgm:pt modelId="{81D880B6-AEF9-4F0D-A119-525E4133D38A}" type="pres">
      <dgm:prSet presAssocID="{2E62E905-9620-4187-9A9E-FFB19A04B591}" presName="parTx" presStyleLbl="revTx" presStyleIdx="0" presStyleCnt="3">
        <dgm:presLayoutVars>
          <dgm:chMax val="0"/>
          <dgm:chPref val="0"/>
        </dgm:presLayoutVars>
      </dgm:prSet>
      <dgm:spPr/>
    </dgm:pt>
    <dgm:pt modelId="{0642086A-0B76-4B49-966B-031EDCF2A45C}" type="pres">
      <dgm:prSet presAssocID="{25DC3679-2F83-46B3-9090-3F9F66F5E2C3}" presName="sibTrans" presStyleCnt="0"/>
      <dgm:spPr/>
    </dgm:pt>
    <dgm:pt modelId="{3E3A87A7-4FDA-4F1F-9D74-74A575DB02B3}" type="pres">
      <dgm:prSet presAssocID="{F2859CA5-FDA9-401C-B652-B485248BDDD0}" presName="compNode" presStyleCnt="0"/>
      <dgm:spPr/>
    </dgm:pt>
    <dgm:pt modelId="{99DEEEA5-CD7F-4D2F-8FE5-887A72AEE757}" type="pres">
      <dgm:prSet presAssocID="{F2859CA5-FDA9-401C-B652-B485248BDDD0}" presName="bgRect" presStyleLbl="bgShp" presStyleIdx="1" presStyleCnt="3"/>
      <dgm:spPr/>
    </dgm:pt>
    <dgm:pt modelId="{71D6BD99-6CB2-4533-B310-A0B022649C63}" type="pres">
      <dgm:prSet presAssocID="{F2859CA5-FDA9-401C-B652-B485248BDDD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umbs Up Sign"/>
        </a:ext>
      </dgm:extLst>
    </dgm:pt>
    <dgm:pt modelId="{E6F0E75F-5250-4EEA-A83C-AB323F73FDED}" type="pres">
      <dgm:prSet presAssocID="{F2859CA5-FDA9-401C-B652-B485248BDDD0}" presName="spaceRect" presStyleCnt="0"/>
      <dgm:spPr/>
    </dgm:pt>
    <dgm:pt modelId="{F58FC52F-0753-4F6A-9FFE-48CC4F71C736}" type="pres">
      <dgm:prSet presAssocID="{F2859CA5-FDA9-401C-B652-B485248BDDD0}" presName="parTx" presStyleLbl="revTx" presStyleIdx="1" presStyleCnt="3">
        <dgm:presLayoutVars>
          <dgm:chMax val="0"/>
          <dgm:chPref val="0"/>
        </dgm:presLayoutVars>
      </dgm:prSet>
      <dgm:spPr/>
    </dgm:pt>
    <dgm:pt modelId="{54984F05-037E-4A87-B986-8E4A976FF6E6}" type="pres">
      <dgm:prSet presAssocID="{D4C51679-B794-4BD3-A8D9-E7E807CE6E03}" presName="sibTrans" presStyleCnt="0"/>
      <dgm:spPr/>
    </dgm:pt>
    <dgm:pt modelId="{E947040F-5420-46D1-BC08-D5A28CFC4DE1}" type="pres">
      <dgm:prSet presAssocID="{91E0B4FE-0793-4BAE-8A51-6EF467A3A9B8}" presName="compNode" presStyleCnt="0"/>
      <dgm:spPr/>
    </dgm:pt>
    <dgm:pt modelId="{CC2FFFAE-0D08-4941-A61F-395D5B04002D}" type="pres">
      <dgm:prSet presAssocID="{91E0B4FE-0793-4BAE-8A51-6EF467A3A9B8}" presName="bgRect" presStyleLbl="bgShp" presStyleIdx="2" presStyleCnt="3"/>
      <dgm:spPr/>
    </dgm:pt>
    <dgm:pt modelId="{6552E3CA-3ABD-442F-9DF9-1523C935D960}" type="pres">
      <dgm:prSet presAssocID="{91E0B4FE-0793-4BAE-8A51-6EF467A3A9B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AD43007C-03BE-43ED-BFC4-3ABF667965F3}" type="pres">
      <dgm:prSet presAssocID="{91E0B4FE-0793-4BAE-8A51-6EF467A3A9B8}" presName="spaceRect" presStyleCnt="0"/>
      <dgm:spPr/>
    </dgm:pt>
    <dgm:pt modelId="{5E604776-B851-48AB-8D65-817D88A1C98D}" type="pres">
      <dgm:prSet presAssocID="{91E0B4FE-0793-4BAE-8A51-6EF467A3A9B8}" presName="parTx" presStyleLbl="revTx" presStyleIdx="2" presStyleCnt="3">
        <dgm:presLayoutVars>
          <dgm:chMax val="0"/>
          <dgm:chPref val="0"/>
        </dgm:presLayoutVars>
      </dgm:prSet>
      <dgm:spPr/>
    </dgm:pt>
  </dgm:ptLst>
  <dgm:cxnLst>
    <dgm:cxn modelId="{AB4DB728-33A5-40FA-BE11-CAE1262E15C5}" srcId="{1592A808-D670-4063-AF1E-54F2AFB1D2AA}" destId="{2E62E905-9620-4187-9A9E-FFB19A04B591}" srcOrd="0" destOrd="0" parTransId="{187F4F6A-4F62-4130-AE90-EDD56928822B}" sibTransId="{25DC3679-2F83-46B3-9090-3F9F66F5E2C3}"/>
    <dgm:cxn modelId="{1E39F434-1D34-48B0-8E17-E0F88109FE1A}" type="presOf" srcId="{91E0B4FE-0793-4BAE-8A51-6EF467A3A9B8}" destId="{5E604776-B851-48AB-8D65-817D88A1C98D}" srcOrd="0" destOrd="0" presId="urn:microsoft.com/office/officeart/2018/2/layout/IconVerticalSolidList"/>
    <dgm:cxn modelId="{BDA88A62-5B7F-468C-BCEB-0475B7B0A20C}" srcId="{1592A808-D670-4063-AF1E-54F2AFB1D2AA}" destId="{91E0B4FE-0793-4BAE-8A51-6EF467A3A9B8}" srcOrd="2" destOrd="0" parTransId="{37B8DA79-1648-4D06-B13D-CEAA269860DC}" sibTransId="{FB54B14C-36F3-4800-990A-D7F59DD0D26B}"/>
    <dgm:cxn modelId="{137936AE-F2AC-4B96-9886-6D7CC3627530}" type="presOf" srcId="{F2859CA5-FDA9-401C-B652-B485248BDDD0}" destId="{F58FC52F-0753-4F6A-9FFE-48CC4F71C736}" srcOrd="0" destOrd="0" presId="urn:microsoft.com/office/officeart/2018/2/layout/IconVerticalSolidList"/>
    <dgm:cxn modelId="{96B789D7-31EE-4F25-B54C-41890A47E561}" type="presOf" srcId="{2E62E905-9620-4187-9A9E-FFB19A04B591}" destId="{81D880B6-AEF9-4F0D-A119-525E4133D38A}" srcOrd="0" destOrd="0" presId="urn:microsoft.com/office/officeart/2018/2/layout/IconVerticalSolidList"/>
    <dgm:cxn modelId="{193D3BE8-E48E-40E1-BFF0-1F77590A602B}" type="presOf" srcId="{1592A808-D670-4063-AF1E-54F2AFB1D2AA}" destId="{3EFBC9F5-2279-4A0A-BEF7-4CD1E0C7E5A8}" srcOrd="0" destOrd="0" presId="urn:microsoft.com/office/officeart/2018/2/layout/IconVerticalSolidList"/>
    <dgm:cxn modelId="{9D095DF1-8042-4F36-9AC4-0AFFE31C3B54}" srcId="{1592A808-D670-4063-AF1E-54F2AFB1D2AA}" destId="{F2859CA5-FDA9-401C-B652-B485248BDDD0}" srcOrd="1" destOrd="0" parTransId="{6487E835-D8EA-44B6-970C-D7B8803EB122}" sibTransId="{D4C51679-B794-4BD3-A8D9-E7E807CE6E03}"/>
    <dgm:cxn modelId="{E8CA6209-CD4A-4FE6-8E4E-95F1360013CE}" type="presParOf" srcId="{3EFBC9F5-2279-4A0A-BEF7-4CD1E0C7E5A8}" destId="{6E33C08E-919A-412D-AB3E-96DAB276C11D}" srcOrd="0" destOrd="0" presId="urn:microsoft.com/office/officeart/2018/2/layout/IconVerticalSolidList"/>
    <dgm:cxn modelId="{B618BD0D-E0B7-4F5F-9FD7-185D53EB4F1F}" type="presParOf" srcId="{6E33C08E-919A-412D-AB3E-96DAB276C11D}" destId="{1A752494-145A-4877-91F9-363B0A2A7B7C}" srcOrd="0" destOrd="0" presId="urn:microsoft.com/office/officeart/2018/2/layout/IconVerticalSolidList"/>
    <dgm:cxn modelId="{16F9B1DE-4952-429C-B56A-452ED9C115EB}" type="presParOf" srcId="{6E33C08E-919A-412D-AB3E-96DAB276C11D}" destId="{F05F4DFE-A443-4FA0-8CB6-39024E7D2645}" srcOrd="1" destOrd="0" presId="urn:microsoft.com/office/officeart/2018/2/layout/IconVerticalSolidList"/>
    <dgm:cxn modelId="{A43EB726-EEDE-457B-8313-8DBC32FBD917}" type="presParOf" srcId="{6E33C08E-919A-412D-AB3E-96DAB276C11D}" destId="{83D0F2CB-B467-480E-8E36-D172D0D1ACC8}" srcOrd="2" destOrd="0" presId="urn:microsoft.com/office/officeart/2018/2/layout/IconVerticalSolidList"/>
    <dgm:cxn modelId="{F443AB36-2772-4938-A37D-542F097A4C8D}" type="presParOf" srcId="{6E33C08E-919A-412D-AB3E-96DAB276C11D}" destId="{81D880B6-AEF9-4F0D-A119-525E4133D38A}" srcOrd="3" destOrd="0" presId="urn:microsoft.com/office/officeart/2018/2/layout/IconVerticalSolidList"/>
    <dgm:cxn modelId="{823E388B-368A-4DFB-BB66-A3B3A92A9DB4}" type="presParOf" srcId="{3EFBC9F5-2279-4A0A-BEF7-4CD1E0C7E5A8}" destId="{0642086A-0B76-4B49-966B-031EDCF2A45C}" srcOrd="1" destOrd="0" presId="urn:microsoft.com/office/officeart/2018/2/layout/IconVerticalSolidList"/>
    <dgm:cxn modelId="{4453E8AC-473F-4DC7-BEF1-334978BADF4D}" type="presParOf" srcId="{3EFBC9F5-2279-4A0A-BEF7-4CD1E0C7E5A8}" destId="{3E3A87A7-4FDA-4F1F-9D74-74A575DB02B3}" srcOrd="2" destOrd="0" presId="urn:microsoft.com/office/officeart/2018/2/layout/IconVerticalSolidList"/>
    <dgm:cxn modelId="{CF26EC52-7611-4AFA-BA9E-E739FFFD40B0}" type="presParOf" srcId="{3E3A87A7-4FDA-4F1F-9D74-74A575DB02B3}" destId="{99DEEEA5-CD7F-4D2F-8FE5-887A72AEE757}" srcOrd="0" destOrd="0" presId="urn:microsoft.com/office/officeart/2018/2/layout/IconVerticalSolidList"/>
    <dgm:cxn modelId="{A391883D-E46A-4D91-BF02-273AFDA1FB77}" type="presParOf" srcId="{3E3A87A7-4FDA-4F1F-9D74-74A575DB02B3}" destId="{71D6BD99-6CB2-4533-B310-A0B022649C63}" srcOrd="1" destOrd="0" presId="urn:microsoft.com/office/officeart/2018/2/layout/IconVerticalSolidList"/>
    <dgm:cxn modelId="{2960735E-354F-457D-B2BC-0E4446C18165}" type="presParOf" srcId="{3E3A87A7-4FDA-4F1F-9D74-74A575DB02B3}" destId="{E6F0E75F-5250-4EEA-A83C-AB323F73FDED}" srcOrd="2" destOrd="0" presId="urn:microsoft.com/office/officeart/2018/2/layout/IconVerticalSolidList"/>
    <dgm:cxn modelId="{886BED18-ECCB-4AAC-8D3A-416677CC077E}" type="presParOf" srcId="{3E3A87A7-4FDA-4F1F-9D74-74A575DB02B3}" destId="{F58FC52F-0753-4F6A-9FFE-48CC4F71C736}" srcOrd="3" destOrd="0" presId="urn:microsoft.com/office/officeart/2018/2/layout/IconVerticalSolidList"/>
    <dgm:cxn modelId="{B06E0443-FB9D-4C54-8C9A-179803CAA8C5}" type="presParOf" srcId="{3EFBC9F5-2279-4A0A-BEF7-4CD1E0C7E5A8}" destId="{54984F05-037E-4A87-B986-8E4A976FF6E6}" srcOrd="3" destOrd="0" presId="urn:microsoft.com/office/officeart/2018/2/layout/IconVerticalSolidList"/>
    <dgm:cxn modelId="{650519A7-4B4F-461A-9993-DCC88C1F0D2F}" type="presParOf" srcId="{3EFBC9F5-2279-4A0A-BEF7-4CD1E0C7E5A8}" destId="{E947040F-5420-46D1-BC08-D5A28CFC4DE1}" srcOrd="4" destOrd="0" presId="urn:microsoft.com/office/officeart/2018/2/layout/IconVerticalSolidList"/>
    <dgm:cxn modelId="{E0FD5CFC-707D-40FC-A712-762EF380A2F6}" type="presParOf" srcId="{E947040F-5420-46D1-BC08-D5A28CFC4DE1}" destId="{CC2FFFAE-0D08-4941-A61F-395D5B04002D}" srcOrd="0" destOrd="0" presId="urn:microsoft.com/office/officeart/2018/2/layout/IconVerticalSolidList"/>
    <dgm:cxn modelId="{562DB2D8-684A-47ED-8410-2555CB395661}" type="presParOf" srcId="{E947040F-5420-46D1-BC08-D5A28CFC4DE1}" destId="{6552E3CA-3ABD-442F-9DF9-1523C935D960}" srcOrd="1" destOrd="0" presId="urn:microsoft.com/office/officeart/2018/2/layout/IconVerticalSolidList"/>
    <dgm:cxn modelId="{5F654110-F2ED-4494-8AD9-F6F6B84D8103}" type="presParOf" srcId="{E947040F-5420-46D1-BC08-D5A28CFC4DE1}" destId="{AD43007C-03BE-43ED-BFC4-3ABF667965F3}" srcOrd="2" destOrd="0" presId="urn:microsoft.com/office/officeart/2018/2/layout/IconVerticalSolidList"/>
    <dgm:cxn modelId="{9C228786-4A1C-4E11-BAA0-DC1B221D6E25}" type="presParOf" srcId="{E947040F-5420-46D1-BC08-D5A28CFC4DE1}" destId="{5E604776-B851-48AB-8D65-817D88A1C98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92A808-D670-4063-AF1E-54F2AFB1D2A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E62E905-9620-4187-9A9E-FFB19A04B591}">
      <dgm:prSet/>
      <dgm:spPr/>
      <dgm:t>
        <a:bodyPr/>
        <a:lstStyle/>
        <a:p>
          <a:pPr>
            <a:lnSpc>
              <a:spcPct val="100000"/>
            </a:lnSpc>
          </a:pPr>
          <a:r>
            <a:rPr lang="en-US">
              <a:solidFill>
                <a:srgbClr val="000000"/>
              </a:solidFill>
              <a:latin typeface="Aptos"/>
            </a:rPr>
            <a:t>Art of speaking with confidence</a:t>
          </a:r>
        </a:p>
      </dgm:t>
    </dgm:pt>
    <dgm:pt modelId="{187F4F6A-4F62-4130-AE90-EDD56928822B}" type="parTrans" cxnId="{AB4DB728-33A5-40FA-BE11-CAE1262E15C5}">
      <dgm:prSet/>
      <dgm:spPr/>
      <dgm:t>
        <a:bodyPr/>
        <a:lstStyle/>
        <a:p>
          <a:endParaRPr lang="en-US"/>
        </a:p>
      </dgm:t>
    </dgm:pt>
    <dgm:pt modelId="{25DC3679-2F83-46B3-9090-3F9F66F5E2C3}" type="sibTrans" cxnId="{AB4DB728-33A5-40FA-BE11-CAE1262E15C5}">
      <dgm:prSet/>
      <dgm:spPr/>
      <dgm:t>
        <a:bodyPr/>
        <a:lstStyle/>
        <a:p>
          <a:endParaRPr lang="en-US"/>
        </a:p>
      </dgm:t>
    </dgm:pt>
    <dgm:pt modelId="{162D6C54-189F-4928-A630-B2B178AB4ED2}">
      <dgm:prSet phldr="0"/>
      <dgm:spPr/>
      <dgm:t>
        <a:bodyPr/>
        <a:lstStyle/>
        <a:p>
          <a:pPr>
            <a:lnSpc>
              <a:spcPct val="100000"/>
            </a:lnSpc>
          </a:pPr>
          <a:r>
            <a:rPr lang="en-US">
              <a:latin typeface="Aptos"/>
            </a:rPr>
            <a:t>Listening skills</a:t>
          </a:r>
        </a:p>
      </dgm:t>
    </dgm:pt>
    <dgm:pt modelId="{57889FE6-52FC-4D2F-A619-0218CBB50B60}" type="parTrans" cxnId="{5DD0B6FC-8C31-4088-9BC9-0C2D01E58AEF}">
      <dgm:prSet/>
      <dgm:spPr/>
    </dgm:pt>
    <dgm:pt modelId="{3BC58D94-F976-4CCE-A383-3DAB657384D1}" type="sibTrans" cxnId="{5DD0B6FC-8C31-4088-9BC9-0C2D01E58AEF}">
      <dgm:prSet/>
      <dgm:spPr/>
      <dgm:t>
        <a:bodyPr/>
        <a:lstStyle/>
        <a:p>
          <a:endParaRPr lang="en-US"/>
        </a:p>
      </dgm:t>
    </dgm:pt>
    <dgm:pt modelId="{65E80D9B-A497-4D8D-85C0-BA5AC3FF3AED}">
      <dgm:prSet phldr="0"/>
      <dgm:spPr/>
      <dgm:t>
        <a:bodyPr/>
        <a:lstStyle/>
        <a:p>
          <a:pPr>
            <a:lnSpc>
              <a:spcPct val="100000"/>
            </a:lnSpc>
          </a:pPr>
          <a:r>
            <a:rPr lang="en-US">
              <a:latin typeface="Aptos"/>
            </a:rPr>
            <a:t>Non-verbal communication</a:t>
          </a:r>
          <a:endParaRPr lang="en-US"/>
        </a:p>
      </dgm:t>
    </dgm:pt>
    <dgm:pt modelId="{054848EA-AD43-4325-B9F5-5EAE75F9FCCB}" type="parTrans" cxnId="{C1FDCBE3-016C-4268-BFB0-EBCEF45F2213}">
      <dgm:prSet/>
      <dgm:spPr/>
    </dgm:pt>
    <dgm:pt modelId="{D9EAAB84-40F8-44D1-8843-ABC865D2E7D3}" type="sibTrans" cxnId="{C1FDCBE3-016C-4268-BFB0-EBCEF45F2213}">
      <dgm:prSet/>
      <dgm:spPr/>
      <dgm:t>
        <a:bodyPr/>
        <a:lstStyle/>
        <a:p>
          <a:endParaRPr lang="en-US"/>
        </a:p>
      </dgm:t>
    </dgm:pt>
    <dgm:pt modelId="{B59A05C9-338D-4143-A589-7F77C721DEEB}" type="pres">
      <dgm:prSet presAssocID="{1592A808-D670-4063-AF1E-54F2AFB1D2AA}" presName="root" presStyleCnt="0">
        <dgm:presLayoutVars>
          <dgm:dir/>
          <dgm:resizeHandles val="exact"/>
        </dgm:presLayoutVars>
      </dgm:prSet>
      <dgm:spPr/>
    </dgm:pt>
    <dgm:pt modelId="{975BA46E-8E82-49B8-A993-50C92322F94C}" type="pres">
      <dgm:prSet presAssocID="{2E62E905-9620-4187-9A9E-FFB19A04B591}" presName="compNode" presStyleCnt="0"/>
      <dgm:spPr/>
    </dgm:pt>
    <dgm:pt modelId="{DF13E078-FE6E-463C-9A2F-267563DA3D0D}" type="pres">
      <dgm:prSet presAssocID="{2E62E905-9620-4187-9A9E-FFB19A04B591}" presName="bgRect" presStyleLbl="bgShp" presStyleIdx="0" presStyleCnt="3"/>
      <dgm:spPr/>
    </dgm:pt>
    <dgm:pt modelId="{A0E37316-CC7F-4A20-A06A-6E3B5E744B6D}" type="pres">
      <dgm:prSet presAssocID="{2E62E905-9620-4187-9A9E-FFB19A04B59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ll paint brush"/>
        </a:ext>
      </dgm:extLst>
    </dgm:pt>
    <dgm:pt modelId="{565681B9-514F-4936-B798-7465EB1A1E0D}" type="pres">
      <dgm:prSet presAssocID="{2E62E905-9620-4187-9A9E-FFB19A04B591}" presName="spaceRect" presStyleCnt="0"/>
      <dgm:spPr/>
    </dgm:pt>
    <dgm:pt modelId="{90622364-B3F9-40B0-8E96-D1667E61E1B6}" type="pres">
      <dgm:prSet presAssocID="{2E62E905-9620-4187-9A9E-FFB19A04B591}" presName="parTx" presStyleLbl="revTx" presStyleIdx="0" presStyleCnt="3">
        <dgm:presLayoutVars>
          <dgm:chMax val="0"/>
          <dgm:chPref val="0"/>
        </dgm:presLayoutVars>
      </dgm:prSet>
      <dgm:spPr/>
    </dgm:pt>
    <dgm:pt modelId="{FC650D04-A663-41BF-883A-76CF0BA246E5}" type="pres">
      <dgm:prSet presAssocID="{25DC3679-2F83-46B3-9090-3F9F66F5E2C3}" presName="sibTrans" presStyleCnt="0"/>
      <dgm:spPr/>
    </dgm:pt>
    <dgm:pt modelId="{E68C43B5-4567-4AEF-8EAA-9AB687FE2223}" type="pres">
      <dgm:prSet presAssocID="{162D6C54-189F-4928-A630-B2B178AB4ED2}" presName="compNode" presStyleCnt="0"/>
      <dgm:spPr/>
    </dgm:pt>
    <dgm:pt modelId="{4A564C81-4B27-49A9-A612-52CAF1493688}" type="pres">
      <dgm:prSet presAssocID="{162D6C54-189F-4928-A630-B2B178AB4ED2}" presName="bgRect" presStyleLbl="bgShp" presStyleIdx="1" presStyleCnt="3"/>
      <dgm:spPr/>
    </dgm:pt>
    <dgm:pt modelId="{5DDEA292-6116-4737-A007-6CA999F5CC26}" type="pres">
      <dgm:prSet presAssocID="{162D6C54-189F-4928-A630-B2B178AB4ED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phones"/>
        </a:ext>
      </dgm:extLst>
    </dgm:pt>
    <dgm:pt modelId="{FCA766A5-C5D6-44F2-985E-FDD74017A289}" type="pres">
      <dgm:prSet presAssocID="{162D6C54-189F-4928-A630-B2B178AB4ED2}" presName="spaceRect" presStyleCnt="0"/>
      <dgm:spPr/>
    </dgm:pt>
    <dgm:pt modelId="{452A5AE1-FE0E-4821-A287-BA24DFC069D4}" type="pres">
      <dgm:prSet presAssocID="{162D6C54-189F-4928-A630-B2B178AB4ED2}" presName="parTx" presStyleLbl="revTx" presStyleIdx="1" presStyleCnt="3">
        <dgm:presLayoutVars>
          <dgm:chMax val="0"/>
          <dgm:chPref val="0"/>
        </dgm:presLayoutVars>
      </dgm:prSet>
      <dgm:spPr/>
    </dgm:pt>
    <dgm:pt modelId="{473CB9F7-0020-49BD-8296-D0952543D401}" type="pres">
      <dgm:prSet presAssocID="{3BC58D94-F976-4CCE-A383-3DAB657384D1}" presName="sibTrans" presStyleCnt="0"/>
      <dgm:spPr/>
    </dgm:pt>
    <dgm:pt modelId="{213BB077-DB02-43F5-B2ED-4E2BBF5A70C4}" type="pres">
      <dgm:prSet presAssocID="{65E80D9B-A497-4D8D-85C0-BA5AC3FF3AED}" presName="compNode" presStyleCnt="0"/>
      <dgm:spPr/>
    </dgm:pt>
    <dgm:pt modelId="{8129A654-8CE1-42C7-8417-6E9E461349C8}" type="pres">
      <dgm:prSet presAssocID="{65E80D9B-A497-4D8D-85C0-BA5AC3FF3AED}" presName="bgRect" presStyleLbl="bgShp" presStyleIdx="2" presStyleCnt="3"/>
      <dgm:spPr/>
    </dgm:pt>
    <dgm:pt modelId="{2E679CF3-0C5A-4D58-8CCA-D8C5B98E866D}" type="pres">
      <dgm:prSet presAssocID="{65E80D9B-A497-4D8D-85C0-BA5AC3FF3AE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ubtitles"/>
        </a:ext>
      </dgm:extLst>
    </dgm:pt>
    <dgm:pt modelId="{2A731A30-1168-4223-AC68-4DCC7DA28EFB}" type="pres">
      <dgm:prSet presAssocID="{65E80D9B-A497-4D8D-85C0-BA5AC3FF3AED}" presName="spaceRect" presStyleCnt="0"/>
      <dgm:spPr/>
    </dgm:pt>
    <dgm:pt modelId="{7AF5BB08-8160-4AAD-A64E-0C7C733F7996}" type="pres">
      <dgm:prSet presAssocID="{65E80D9B-A497-4D8D-85C0-BA5AC3FF3AED}" presName="parTx" presStyleLbl="revTx" presStyleIdx="2" presStyleCnt="3">
        <dgm:presLayoutVars>
          <dgm:chMax val="0"/>
          <dgm:chPref val="0"/>
        </dgm:presLayoutVars>
      </dgm:prSet>
      <dgm:spPr/>
    </dgm:pt>
  </dgm:ptLst>
  <dgm:cxnLst>
    <dgm:cxn modelId="{AB4DB728-33A5-40FA-BE11-CAE1262E15C5}" srcId="{1592A808-D670-4063-AF1E-54F2AFB1D2AA}" destId="{2E62E905-9620-4187-9A9E-FFB19A04B591}" srcOrd="0" destOrd="0" parTransId="{187F4F6A-4F62-4130-AE90-EDD56928822B}" sibTransId="{25DC3679-2F83-46B3-9090-3F9F66F5E2C3}"/>
    <dgm:cxn modelId="{A46D315F-BD2B-4D2E-B1FB-E28F9BC0CFFE}" type="presOf" srcId="{65E80D9B-A497-4D8D-85C0-BA5AC3FF3AED}" destId="{7AF5BB08-8160-4AAD-A64E-0C7C733F7996}" srcOrd="0" destOrd="0" presId="urn:microsoft.com/office/officeart/2018/2/layout/IconVerticalSolidList"/>
    <dgm:cxn modelId="{279C57B3-4D11-4B08-BAA4-A3B7B01F8A64}" type="presOf" srcId="{162D6C54-189F-4928-A630-B2B178AB4ED2}" destId="{452A5AE1-FE0E-4821-A287-BA24DFC069D4}" srcOrd="0" destOrd="0" presId="urn:microsoft.com/office/officeart/2018/2/layout/IconVerticalSolidList"/>
    <dgm:cxn modelId="{772BA6C8-1FB4-4779-95D7-75A54CBBB69E}" type="presOf" srcId="{2E62E905-9620-4187-9A9E-FFB19A04B591}" destId="{90622364-B3F9-40B0-8E96-D1667E61E1B6}" srcOrd="0" destOrd="0" presId="urn:microsoft.com/office/officeart/2018/2/layout/IconVerticalSolidList"/>
    <dgm:cxn modelId="{BECE2CD3-8E62-4685-9CCD-7988994EBECF}" type="presOf" srcId="{1592A808-D670-4063-AF1E-54F2AFB1D2AA}" destId="{B59A05C9-338D-4143-A589-7F77C721DEEB}" srcOrd="0" destOrd="0" presId="urn:microsoft.com/office/officeart/2018/2/layout/IconVerticalSolidList"/>
    <dgm:cxn modelId="{C1FDCBE3-016C-4268-BFB0-EBCEF45F2213}" srcId="{1592A808-D670-4063-AF1E-54F2AFB1D2AA}" destId="{65E80D9B-A497-4D8D-85C0-BA5AC3FF3AED}" srcOrd="2" destOrd="0" parTransId="{054848EA-AD43-4325-B9F5-5EAE75F9FCCB}" sibTransId="{D9EAAB84-40F8-44D1-8843-ABC865D2E7D3}"/>
    <dgm:cxn modelId="{5DD0B6FC-8C31-4088-9BC9-0C2D01E58AEF}" srcId="{1592A808-D670-4063-AF1E-54F2AFB1D2AA}" destId="{162D6C54-189F-4928-A630-B2B178AB4ED2}" srcOrd="1" destOrd="0" parTransId="{57889FE6-52FC-4D2F-A619-0218CBB50B60}" sibTransId="{3BC58D94-F976-4CCE-A383-3DAB657384D1}"/>
    <dgm:cxn modelId="{1BF24EDA-2111-44BF-BE07-7FE248F4DD1B}" type="presParOf" srcId="{B59A05C9-338D-4143-A589-7F77C721DEEB}" destId="{975BA46E-8E82-49B8-A993-50C92322F94C}" srcOrd="0" destOrd="0" presId="urn:microsoft.com/office/officeart/2018/2/layout/IconVerticalSolidList"/>
    <dgm:cxn modelId="{2EE4C057-C55C-407C-B851-FC1F042B5565}" type="presParOf" srcId="{975BA46E-8E82-49B8-A993-50C92322F94C}" destId="{DF13E078-FE6E-463C-9A2F-267563DA3D0D}" srcOrd="0" destOrd="0" presId="urn:microsoft.com/office/officeart/2018/2/layout/IconVerticalSolidList"/>
    <dgm:cxn modelId="{02F33EBC-4C0B-44A6-A77E-9C8F0C6E4BFF}" type="presParOf" srcId="{975BA46E-8E82-49B8-A993-50C92322F94C}" destId="{A0E37316-CC7F-4A20-A06A-6E3B5E744B6D}" srcOrd="1" destOrd="0" presId="urn:microsoft.com/office/officeart/2018/2/layout/IconVerticalSolidList"/>
    <dgm:cxn modelId="{C284B1FA-000E-49EE-AEC8-7F87D96241E7}" type="presParOf" srcId="{975BA46E-8E82-49B8-A993-50C92322F94C}" destId="{565681B9-514F-4936-B798-7465EB1A1E0D}" srcOrd="2" destOrd="0" presId="urn:microsoft.com/office/officeart/2018/2/layout/IconVerticalSolidList"/>
    <dgm:cxn modelId="{9F3CE607-BE78-4D52-8E8C-4476918E961F}" type="presParOf" srcId="{975BA46E-8E82-49B8-A993-50C92322F94C}" destId="{90622364-B3F9-40B0-8E96-D1667E61E1B6}" srcOrd="3" destOrd="0" presId="urn:microsoft.com/office/officeart/2018/2/layout/IconVerticalSolidList"/>
    <dgm:cxn modelId="{EC7024B8-792E-4B06-84B1-F0A4BA6DB520}" type="presParOf" srcId="{B59A05C9-338D-4143-A589-7F77C721DEEB}" destId="{FC650D04-A663-41BF-883A-76CF0BA246E5}" srcOrd="1" destOrd="0" presId="urn:microsoft.com/office/officeart/2018/2/layout/IconVerticalSolidList"/>
    <dgm:cxn modelId="{3D33294A-C3E8-4D60-B43B-16D87BD37915}" type="presParOf" srcId="{B59A05C9-338D-4143-A589-7F77C721DEEB}" destId="{E68C43B5-4567-4AEF-8EAA-9AB687FE2223}" srcOrd="2" destOrd="0" presId="urn:microsoft.com/office/officeart/2018/2/layout/IconVerticalSolidList"/>
    <dgm:cxn modelId="{94E00705-1155-426E-A071-FA4D5E46FFAD}" type="presParOf" srcId="{E68C43B5-4567-4AEF-8EAA-9AB687FE2223}" destId="{4A564C81-4B27-49A9-A612-52CAF1493688}" srcOrd="0" destOrd="0" presId="urn:microsoft.com/office/officeart/2018/2/layout/IconVerticalSolidList"/>
    <dgm:cxn modelId="{7F98C0BB-BC59-4D4F-BE9A-5A70EDD3897C}" type="presParOf" srcId="{E68C43B5-4567-4AEF-8EAA-9AB687FE2223}" destId="{5DDEA292-6116-4737-A007-6CA999F5CC26}" srcOrd="1" destOrd="0" presId="urn:microsoft.com/office/officeart/2018/2/layout/IconVerticalSolidList"/>
    <dgm:cxn modelId="{A23B06C7-C424-4DD7-BEAD-C0558A144F81}" type="presParOf" srcId="{E68C43B5-4567-4AEF-8EAA-9AB687FE2223}" destId="{FCA766A5-C5D6-44F2-985E-FDD74017A289}" srcOrd="2" destOrd="0" presId="urn:microsoft.com/office/officeart/2018/2/layout/IconVerticalSolidList"/>
    <dgm:cxn modelId="{D15D657C-C62F-47C9-A000-192FFD79642D}" type="presParOf" srcId="{E68C43B5-4567-4AEF-8EAA-9AB687FE2223}" destId="{452A5AE1-FE0E-4821-A287-BA24DFC069D4}" srcOrd="3" destOrd="0" presId="urn:microsoft.com/office/officeart/2018/2/layout/IconVerticalSolidList"/>
    <dgm:cxn modelId="{4D15F4E6-14F0-4EFA-BF20-FA59212C8762}" type="presParOf" srcId="{B59A05C9-338D-4143-A589-7F77C721DEEB}" destId="{473CB9F7-0020-49BD-8296-D0952543D401}" srcOrd="3" destOrd="0" presId="urn:microsoft.com/office/officeart/2018/2/layout/IconVerticalSolidList"/>
    <dgm:cxn modelId="{E01B60D0-C333-4C06-9D80-BF76B5E34628}" type="presParOf" srcId="{B59A05C9-338D-4143-A589-7F77C721DEEB}" destId="{213BB077-DB02-43F5-B2ED-4E2BBF5A70C4}" srcOrd="4" destOrd="0" presId="urn:microsoft.com/office/officeart/2018/2/layout/IconVerticalSolidList"/>
    <dgm:cxn modelId="{53A1D181-BD17-4E5F-AE3D-86E568810D88}" type="presParOf" srcId="{213BB077-DB02-43F5-B2ED-4E2BBF5A70C4}" destId="{8129A654-8CE1-42C7-8417-6E9E461349C8}" srcOrd="0" destOrd="0" presId="urn:microsoft.com/office/officeart/2018/2/layout/IconVerticalSolidList"/>
    <dgm:cxn modelId="{FE423C11-B3B8-4F58-A940-875F5BAF2B7A}" type="presParOf" srcId="{213BB077-DB02-43F5-B2ED-4E2BBF5A70C4}" destId="{2E679CF3-0C5A-4D58-8CCA-D8C5B98E866D}" srcOrd="1" destOrd="0" presId="urn:microsoft.com/office/officeart/2018/2/layout/IconVerticalSolidList"/>
    <dgm:cxn modelId="{9FA2CD2A-332A-4943-817A-595087AEF1E7}" type="presParOf" srcId="{213BB077-DB02-43F5-B2ED-4E2BBF5A70C4}" destId="{2A731A30-1168-4223-AC68-4DCC7DA28EFB}" srcOrd="2" destOrd="0" presId="urn:microsoft.com/office/officeart/2018/2/layout/IconVerticalSolidList"/>
    <dgm:cxn modelId="{CEA5ABA5-03B9-4B7A-932B-F75ECD0A81E5}" type="presParOf" srcId="{213BB077-DB02-43F5-B2ED-4E2BBF5A70C4}" destId="{7AF5BB08-8160-4AAD-A64E-0C7C733F799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438D53-F8BF-40E9-995D-47D26F33892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2E0F3D9-2F77-4B33-9082-0364948F93E9}">
      <dgm:prSet/>
      <dgm:spPr/>
      <dgm:t>
        <a:bodyPr/>
        <a:lstStyle/>
        <a:p>
          <a:r>
            <a:rPr lang="en-US"/>
            <a:t>Understanding emotions</a:t>
          </a:r>
        </a:p>
      </dgm:t>
    </dgm:pt>
    <dgm:pt modelId="{826F54C8-8D0F-4A0A-B3EC-ACBA22C6296B}" type="parTrans" cxnId="{A9156EA2-23AB-46C0-AF6F-4F0506F346E7}">
      <dgm:prSet/>
      <dgm:spPr/>
      <dgm:t>
        <a:bodyPr/>
        <a:lstStyle/>
        <a:p>
          <a:endParaRPr lang="en-US"/>
        </a:p>
      </dgm:t>
    </dgm:pt>
    <dgm:pt modelId="{372D6552-0317-4650-9B7D-9F8915F982A3}" type="sibTrans" cxnId="{A9156EA2-23AB-46C0-AF6F-4F0506F346E7}">
      <dgm:prSet/>
      <dgm:spPr/>
      <dgm:t>
        <a:bodyPr/>
        <a:lstStyle/>
        <a:p>
          <a:endParaRPr lang="en-US"/>
        </a:p>
      </dgm:t>
    </dgm:pt>
    <dgm:pt modelId="{AA2C015A-390E-4C84-A688-3B10AE3BFB31}">
      <dgm:prSet/>
      <dgm:spPr/>
      <dgm:t>
        <a:bodyPr/>
        <a:lstStyle/>
        <a:p>
          <a:r>
            <a:rPr lang="en-US"/>
            <a:t>Managing stress and anxiety</a:t>
          </a:r>
        </a:p>
      </dgm:t>
    </dgm:pt>
    <dgm:pt modelId="{592BB2B5-A8C3-4565-B209-6AC56FB97DC3}" type="parTrans" cxnId="{DB01DB4C-F274-458B-9D87-A8CFD3C977B8}">
      <dgm:prSet/>
      <dgm:spPr/>
      <dgm:t>
        <a:bodyPr/>
        <a:lstStyle/>
        <a:p>
          <a:endParaRPr lang="en-US"/>
        </a:p>
      </dgm:t>
    </dgm:pt>
    <dgm:pt modelId="{9B7C94F9-98F8-490C-8CCF-4F570E11D96B}" type="sibTrans" cxnId="{DB01DB4C-F274-458B-9D87-A8CFD3C977B8}">
      <dgm:prSet/>
      <dgm:spPr/>
      <dgm:t>
        <a:bodyPr/>
        <a:lstStyle/>
        <a:p>
          <a:endParaRPr lang="en-US"/>
        </a:p>
      </dgm:t>
    </dgm:pt>
    <dgm:pt modelId="{7D4463FE-11F0-43DC-946E-FD2595F5A260}">
      <dgm:prSet/>
      <dgm:spPr/>
      <dgm:t>
        <a:bodyPr/>
        <a:lstStyle/>
        <a:p>
          <a:r>
            <a:rPr lang="en-US"/>
            <a:t>Building resilience</a:t>
          </a:r>
        </a:p>
      </dgm:t>
    </dgm:pt>
    <dgm:pt modelId="{72169D15-79E5-4D22-AC3E-50E2B132BD94}" type="parTrans" cxnId="{B8DD8A64-9C65-4CD3-B670-9A5B95464C0A}">
      <dgm:prSet/>
      <dgm:spPr/>
      <dgm:t>
        <a:bodyPr/>
        <a:lstStyle/>
        <a:p>
          <a:endParaRPr lang="en-US"/>
        </a:p>
      </dgm:t>
    </dgm:pt>
    <dgm:pt modelId="{6D20C0FF-88B8-4DDB-A3BC-7776DDBEF823}" type="sibTrans" cxnId="{B8DD8A64-9C65-4CD3-B670-9A5B95464C0A}">
      <dgm:prSet/>
      <dgm:spPr/>
      <dgm:t>
        <a:bodyPr/>
        <a:lstStyle/>
        <a:p>
          <a:endParaRPr lang="en-US"/>
        </a:p>
      </dgm:t>
    </dgm:pt>
    <dgm:pt modelId="{9D5A29DB-D1CF-493D-9489-6F082BC4453C}" type="pres">
      <dgm:prSet presAssocID="{AC438D53-F8BF-40E9-995D-47D26F338920}" presName="root" presStyleCnt="0">
        <dgm:presLayoutVars>
          <dgm:dir/>
          <dgm:resizeHandles val="exact"/>
        </dgm:presLayoutVars>
      </dgm:prSet>
      <dgm:spPr/>
    </dgm:pt>
    <dgm:pt modelId="{7DFD2AF5-3E7A-42E3-9DE0-D655312FB445}" type="pres">
      <dgm:prSet presAssocID="{D2E0F3D9-2F77-4B33-9082-0364948F93E9}" presName="compNode" presStyleCnt="0"/>
      <dgm:spPr/>
    </dgm:pt>
    <dgm:pt modelId="{B1BCEB63-031F-49C9-BC9D-6F5F34F63B84}" type="pres">
      <dgm:prSet presAssocID="{D2E0F3D9-2F77-4B33-9082-0364948F93E9}" presName="bgRect" presStyleLbl="bgShp" presStyleIdx="0" presStyleCnt="3"/>
      <dgm:spPr/>
    </dgm:pt>
    <dgm:pt modelId="{E3A4A7A8-26B6-4A7E-8FC4-5C823B881F5C}" type="pres">
      <dgm:prSet presAssocID="{D2E0F3D9-2F77-4B33-9082-0364948F93E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ngry Face with No Fill"/>
        </a:ext>
      </dgm:extLst>
    </dgm:pt>
    <dgm:pt modelId="{7B4B68C3-DFD2-473D-AA8C-B09D525F35C0}" type="pres">
      <dgm:prSet presAssocID="{D2E0F3D9-2F77-4B33-9082-0364948F93E9}" presName="spaceRect" presStyleCnt="0"/>
      <dgm:spPr/>
    </dgm:pt>
    <dgm:pt modelId="{DE5026A3-5062-425C-9311-AD91F159484A}" type="pres">
      <dgm:prSet presAssocID="{D2E0F3D9-2F77-4B33-9082-0364948F93E9}" presName="parTx" presStyleLbl="revTx" presStyleIdx="0" presStyleCnt="3">
        <dgm:presLayoutVars>
          <dgm:chMax val="0"/>
          <dgm:chPref val="0"/>
        </dgm:presLayoutVars>
      </dgm:prSet>
      <dgm:spPr/>
    </dgm:pt>
    <dgm:pt modelId="{0E41E226-8506-4F21-A821-24C825D5D871}" type="pres">
      <dgm:prSet presAssocID="{372D6552-0317-4650-9B7D-9F8915F982A3}" presName="sibTrans" presStyleCnt="0"/>
      <dgm:spPr/>
    </dgm:pt>
    <dgm:pt modelId="{B031ABA0-50F7-494E-B71C-35E716D9D764}" type="pres">
      <dgm:prSet presAssocID="{AA2C015A-390E-4C84-A688-3B10AE3BFB31}" presName="compNode" presStyleCnt="0"/>
      <dgm:spPr/>
    </dgm:pt>
    <dgm:pt modelId="{37039951-0D90-443F-8637-B5D47C994C4B}" type="pres">
      <dgm:prSet presAssocID="{AA2C015A-390E-4C84-A688-3B10AE3BFB31}" presName="bgRect" presStyleLbl="bgShp" presStyleIdx="1" presStyleCnt="3"/>
      <dgm:spPr/>
    </dgm:pt>
    <dgm:pt modelId="{35E938BA-5778-4165-8F4C-0FE91849AB08}" type="pres">
      <dgm:prSet presAssocID="{AA2C015A-390E-4C84-A688-3B10AE3BFB3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C0AE1AE4-90F2-4368-B44E-DB4B25826D48}" type="pres">
      <dgm:prSet presAssocID="{AA2C015A-390E-4C84-A688-3B10AE3BFB31}" presName="spaceRect" presStyleCnt="0"/>
      <dgm:spPr/>
    </dgm:pt>
    <dgm:pt modelId="{299D63D1-2EC5-4F06-AB77-F5745675FB15}" type="pres">
      <dgm:prSet presAssocID="{AA2C015A-390E-4C84-A688-3B10AE3BFB31}" presName="parTx" presStyleLbl="revTx" presStyleIdx="1" presStyleCnt="3">
        <dgm:presLayoutVars>
          <dgm:chMax val="0"/>
          <dgm:chPref val="0"/>
        </dgm:presLayoutVars>
      </dgm:prSet>
      <dgm:spPr/>
    </dgm:pt>
    <dgm:pt modelId="{AEF1E6DB-F84E-4F58-9BAA-4B8BF8B50239}" type="pres">
      <dgm:prSet presAssocID="{9B7C94F9-98F8-490C-8CCF-4F570E11D96B}" presName="sibTrans" presStyleCnt="0"/>
      <dgm:spPr/>
    </dgm:pt>
    <dgm:pt modelId="{BA79E879-4883-491A-A6E7-0BAA0F14AB65}" type="pres">
      <dgm:prSet presAssocID="{7D4463FE-11F0-43DC-946E-FD2595F5A260}" presName="compNode" presStyleCnt="0"/>
      <dgm:spPr/>
    </dgm:pt>
    <dgm:pt modelId="{B8555840-7B30-4F30-9F0A-0D8320487151}" type="pres">
      <dgm:prSet presAssocID="{7D4463FE-11F0-43DC-946E-FD2595F5A260}" presName="bgRect" presStyleLbl="bgShp" presStyleIdx="2" presStyleCnt="3"/>
      <dgm:spPr/>
    </dgm:pt>
    <dgm:pt modelId="{F87F7BC6-E1E9-4F2D-AA52-FADC7FDF2922}" type="pres">
      <dgm:prSet presAssocID="{7D4463FE-11F0-43DC-946E-FD2595F5A26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A332F5B0-9380-4268-B53D-56F4B43E50D8}" type="pres">
      <dgm:prSet presAssocID="{7D4463FE-11F0-43DC-946E-FD2595F5A260}" presName="spaceRect" presStyleCnt="0"/>
      <dgm:spPr/>
    </dgm:pt>
    <dgm:pt modelId="{27031C42-601C-45CA-8CB0-4781F26174A4}" type="pres">
      <dgm:prSet presAssocID="{7D4463FE-11F0-43DC-946E-FD2595F5A260}" presName="parTx" presStyleLbl="revTx" presStyleIdx="2" presStyleCnt="3">
        <dgm:presLayoutVars>
          <dgm:chMax val="0"/>
          <dgm:chPref val="0"/>
        </dgm:presLayoutVars>
      </dgm:prSet>
      <dgm:spPr/>
    </dgm:pt>
  </dgm:ptLst>
  <dgm:cxnLst>
    <dgm:cxn modelId="{B8DD8A64-9C65-4CD3-B670-9A5B95464C0A}" srcId="{AC438D53-F8BF-40E9-995D-47D26F338920}" destId="{7D4463FE-11F0-43DC-946E-FD2595F5A260}" srcOrd="2" destOrd="0" parTransId="{72169D15-79E5-4D22-AC3E-50E2B132BD94}" sibTransId="{6D20C0FF-88B8-4DDB-A3BC-7776DDBEF823}"/>
    <dgm:cxn modelId="{DB01DB4C-F274-458B-9D87-A8CFD3C977B8}" srcId="{AC438D53-F8BF-40E9-995D-47D26F338920}" destId="{AA2C015A-390E-4C84-A688-3B10AE3BFB31}" srcOrd="1" destOrd="0" parTransId="{592BB2B5-A8C3-4565-B209-6AC56FB97DC3}" sibTransId="{9B7C94F9-98F8-490C-8CCF-4F570E11D96B}"/>
    <dgm:cxn modelId="{80B26E8D-E0E9-4E49-A909-2C6900A81428}" type="presOf" srcId="{AC438D53-F8BF-40E9-995D-47D26F338920}" destId="{9D5A29DB-D1CF-493D-9489-6F082BC4453C}" srcOrd="0" destOrd="0" presId="urn:microsoft.com/office/officeart/2018/2/layout/IconVerticalSolidList"/>
    <dgm:cxn modelId="{A9156EA2-23AB-46C0-AF6F-4F0506F346E7}" srcId="{AC438D53-F8BF-40E9-995D-47D26F338920}" destId="{D2E0F3D9-2F77-4B33-9082-0364948F93E9}" srcOrd="0" destOrd="0" parTransId="{826F54C8-8D0F-4A0A-B3EC-ACBA22C6296B}" sibTransId="{372D6552-0317-4650-9B7D-9F8915F982A3}"/>
    <dgm:cxn modelId="{A45B52C3-B68B-409F-9D42-2C697D043B99}" type="presOf" srcId="{AA2C015A-390E-4C84-A688-3B10AE3BFB31}" destId="{299D63D1-2EC5-4F06-AB77-F5745675FB15}" srcOrd="0" destOrd="0" presId="urn:microsoft.com/office/officeart/2018/2/layout/IconVerticalSolidList"/>
    <dgm:cxn modelId="{C96711D0-B648-4377-ACCA-C2119FEB00F1}" type="presOf" srcId="{D2E0F3D9-2F77-4B33-9082-0364948F93E9}" destId="{DE5026A3-5062-425C-9311-AD91F159484A}" srcOrd="0" destOrd="0" presId="urn:microsoft.com/office/officeart/2018/2/layout/IconVerticalSolidList"/>
    <dgm:cxn modelId="{646DF9D3-0BAB-4BE7-88E5-F289C498D9EE}" type="presOf" srcId="{7D4463FE-11F0-43DC-946E-FD2595F5A260}" destId="{27031C42-601C-45CA-8CB0-4781F26174A4}" srcOrd="0" destOrd="0" presId="urn:microsoft.com/office/officeart/2018/2/layout/IconVerticalSolidList"/>
    <dgm:cxn modelId="{DDC6293C-0D42-4764-821C-2D84D25CB2DD}" type="presParOf" srcId="{9D5A29DB-D1CF-493D-9489-6F082BC4453C}" destId="{7DFD2AF5-3E7A-42E3-9DE0-D655312FB445}" srcOrd="0" destOrd="0" presId="urn:microsoft.com/office/officeart/2018/2/layout/IconVerticalSolidList"/>
    <dgm:cxn modelId="{673D5E30-D01C-475C-9ECB-6E7B244CE5A7}" type="presParOf" srcId="{7DFD2AF5-3E7A-42E3-9DE0-D655312FB445}" destId="{B1BCEB63-031F-49C9-BC9D-6F5F34F63B84}" srcOrd="0" destOrd="0" presId="urn:microsoft.com/office/officeart/2018/2/layout/IconVerticalSolidList"/>
    <dgm:cxn modelId="{B146AB01-E950-4E17-9618-EDDB89F0BDA4}" type="presParOf" srcId="{7DFD2AF5-3E7A-42E3-9DE0-D655312FB445}" destId="{E3A4A7A8-26B6-4A7E-8FC4-5C823B881F5C}" srcOrd="1" destOrd="0" presId="urn:microsoft.com/office/officeart/2018/2/layout/IconVerticalSolidList"/>
    <dgm:cxn modelId="{923541C0-09FF-4654-A9ED-B061800307BA}" type="presParOf" srcId="{7DFD2AF5-3E7A-42E3-9DE0-D655312FB445}" destId="{7B4B68C3-DFD2-473D-AA8C-B09D525F35C0}" srcOrd="2" destOrd="0" presId="urn:microsoft.com/office/officeart/2018/2/layout/IconVerticalSolidList"/>
    <dgm:cxn modelId="{2B940277-B708-49F0-AFB4-4EA2E6770517}" type="presParOf" srcId="{7DFD2AF5-3E7A-42E3-9DE0-D655312FB445}" destId="{DE5026A3-5062-425C-9311-AD91F159484A}" srcOrd="3" destOrd="0" presId="urn:microsoft.com/office/officeart/2018/2/layout/IconVerticalSolidList"/>
    <dgm:cxn modelId="{1081C77F-736B-48FA-AC7A-AF47066E13AB}" type="presParOf" srcId="{9D5A29DB-D1CF-493D-9489-6F082BC4453C}" destId="{0E41E226-8506-4F21-A821-24C825D5D871}" srcOrd="1" destOrd="0" presId="urn:microsoft.com/office/officeart/2018/2/layout/IconVerticalSolidList"/>
    <dgm:cxn modelId="{2F4EABC3-C5DB-4C20-8EC7-C17D7C2E9E65}" type="presParOf" srcId="{9D5A29DB-D1CF-493D-9489-6F082BC4453C}" destId="{B031ABA0-50F7-494E-B71C-35E716D9D764}" srcOrd="2" destOrd="0" presId="urn:microsoft.com/office/officeart/2018/2/layout/IconVerticalSolidList"/>
    <dgm:cxn modelId="{4F43448F-68DC-4E55-9A35-126BACDF069D}" type="presParOf" srcId="{B031ABA0-50F7-494E-B71C-35E716D9D764}" destId="{37039951-0D90-443F-8637-B5D47C994C4B}" srcOrd="0" destOrd="0" presId="urn:microsoft.com/office/officeart/2018/2/layout/IconVerticalSolidList"/>
    <dgm:cxn modelId="{7BBF2ADA-6B19-4904-BB8A-83CCA48B9535}" type="presParOf" srcId="{B031ABA0-50F7-494E-B71C-35E716D9D764}" destId="{35E938BA-5778-4165-8F4C-0FE91849AB08}" srcOrd="1" destOrd="0" presId="urn:microsoft.com/office/officeart/2018/2/layout/IconVerticalSolidList"/>
    <dgm:cxn modelId="{FBF18D50-D050-4074-8F15-4A1726F88009}" type="presParOf" srcId="{B031ABA0-50F7-494E-B71C-35E716D9D764}" destId="{C0AE1AE4-90F2-4368-B44E-DB4B25826D48}" srcOrd="2" destOrd="0" presId="urn:microsoft.com/office/officeart/2018/2/layout/IconVerticalSolidList"/>
    <dgm:cxn modelId="{A8C6ED43-CBF6-47FA-A0B4-6A62749EB200}" type="presParOf" srcId="{B031ABA0-50F7-494E-B71C-35E716D9D764}" destId="{299D63D1-2EC5-4F06-AB77-F5745675FB15}" srcOrd="3" destOrd="0" presId="urn:microsoft.com/office/officeart/2018/2/layout/IconVerticalSolidList"/>
    <dgm:cxn modelId="{23A085BD-2A27-4242-BE9B-3513EC1BA79B}" type="presParOf" srcId="{9D5A29DB-D1CF-493D-9489-6F082BC4453C}" destId="{AEF1E6DB-F84E-4F58-9BAA-4B8BF8B50239}" srcOrd="3" destOrd="0" presId="urn:microsoft.com/office/officeart/2018/2/layout/IconVerticalSolidList"/>
    <dgm:cxn modelId="{F203DEC6-48C6-475B-A3D8-A38481CF42B6}" type="presParOf" srcId="{9D5A29DB-D1CF-493D-9489-6F082BC4453C}" destId="{BA79E879-4883-491A-A6E7-0BAA0F14AB65}" srcOrd="4" destOrd="0" presId="urn:microsoft.com/office/officeart/2018/2/layout/IconVerticalSolidList"/>
    <dgm:cxn modelId="{0982DFD5-E868-4AB6-BF31-A5304A1FF739}" type="presParOf" srcId="{BA79E879-4883-491A-A6E7-0BAA0F14AB65}" destId="{B8555840-7B30-4F30-9F0A-0D8320487151}" srcOrd="0" destOrd="0" presId="urn:microsoft.com/office/officeart/2018/2/layout/IconVerticalSolidList"/>
    <dgm:cxn modelId="{5CA03EBE-72CD-4B4A-A2B2-249B00695196}" type="presParOf" srcId="{BA79E879-4883-491A-A6E7-0BAA0F14AB65}" destId="{F87F7BC6-E1E9-4F2D-AA52-FADC7FDF2922}" srcOrd="1" destOrd="0" presId="urn:microsoft.com/office/officeart/2018/2/layout/IconVerticalSolidList"/>
    <dgm:cxn modelId="{D0832FF2-92BB-45A6-A451-C42F81CC2D7E}" type="presParOf" srcId="{BA79E879-4883-491A-A6E7-0BAA0F14AB65}" destId="{A332F5B0-9380-4268-B53D-56F4B43E50D8}" srcOrd="2" destOrd="0" presId="urn:microsoft.com/office/officeart/2018/2/layout/IconVerticalSolidList"/>
    <dgm:cxn modelId="{E407EAD2-99E2-4757-AC94-DD074EDDC2F2}" type="presParOf" srcId="{BA79E879-4883-491A-A6E7-0BAA0F14AB65}" destId="{27031C42-601C-45CA-8CB0-4781F26174A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D105E1-663F-49C3-A2E3-0FE405EBB89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239833E-5434-4FF2-B88B-D050372174B0}">
      <dgm:prSet/>
      <dgm:spPr/>
      <dgm:t>
        <a:bodyPr/>
        <a:lstStyle/>
        <a:p>
          <a:r>
            <a:rPr lang="en-US"/>
            <a:t>Leadership styles and qualities</a:t>
          </a:r>
        </a:p>
      </dgm:t>
    </dgm:pt>
    <dgm:pt modelId="{A2FCBF85-0088-4774-9290-221ED8FB992D}" type="parTrans" cxnId="{0B48A205-98E2-40CA-AB73-6309244B3DCB}">
      <dgm:prSet/>
      <dgm:spPr/>
      <dgm:t>
        <a:bodyPr/>
        <a:lstStyle/>
        <a:p>
          <a:endParaRPr lang="en-US"/>
        </a:p>
      </dgm:t>
    </dgm:pt>
    <dgm:pt modelId="{68C417B2-8491-4998-802A-CF7A876854DA}" type="sibTrans" cxnId="{0B48A205-98E2-40CA-AB73-6309244B3DCB}">
      <dgm:prSet/>
      <dgm:spPr/>
      <dgm:t>
        <a:bodyPr/>
        <a:lstStyle/>
        <a:p>
          <a:endParaRPr lang="en-US"/>
        </a:p>
      </dgm:t>
    </dgm:pt>
    <dgm:pt modelId="{01AB1746-ED22-473D-BFED-105BBBC91A58}">
      <dgm:prSet/>
      <dgm:spPr/>
      <dgm:t>
        <a:bodyPr/>
        <a:lstStyle/>
        <a:p>
          <a:r>
            <a:rPr lang="en-US"/>
            <a:t>Working effectively in teams</a:t>
          </a:r>
        </a:p>
      </dgm:t>
    </dgm:pt>
    <dgm:pt modelId="{AFA8F88C-AE96-47A4-AD1E-B5AB1E98F796}" type="parTrans" cxnId="{F40A851D-DCFE-48A9-82C5-1203C5711360}">
      <dgm:prSet/>
      <dgm:spPr/>
      <dgm:t>
        <a:bodyPr/>
        <a:lstStyle/>
        <a:p>
          <a:endParaRPr lang="en-US"/>
        </a:p>
      </dgm:t>
    </dgm:pt>
    <dgm:pt modelId="{716552A1-5C3B-494E-AAA6-9B92128B16DF}" type="sibTrans" cxnId="{F40A851D-DCFE-48A9-82C5-1203C5711360}">
      <dgm:prSet/>
      <dgm:spPr/>
      <dgm:t>
        <a:bodyPr/>
        <a:lstStyle/>
        <a:p>
          <a:endParaRPr lang="en-US"/>
        </a:p>
      </dgm:t>
    </dgm:pt>
    <dgm:pt modelId="{B67F1F1F-F773-4FCB-BFB6-84231C5AB3B9}">
      <dgm:prSet/>
      <dgm:spPr/>
      <dgm:t>
        <a:bodyPr/>
        <a:lstStyle/>
        <a:p>
          <a:r>
            <a:rPr lang="en-US"/>
            <a:t>Conflict resolution</a:t>
          </a:r>
        </a:p>
      </dgm:t>
    </dgm:pt>
    <dgm:pt modelId="{39B3CEFE-3057-4998-8D6F-D3DF99B6A6C7}" type="parTrans" cxnId="{AEE565EF-E841-4BA9-83A3-1469EB81E0E2}">
      <dgm:prSet/>
      <dgm:spPr/>
      <dgm:t>
        <a:bodyPr/>
        <a:lstStyle/>
        <a:p>
          <a:endParaRPr lang="en-US"/>
        </a:p>
      </dgm:t>
    </dgm:pt>
    <dgm:pt modelId="{F9CFF973-1951-4B6E-A7E0-ABF9B85B2933}" type="sibTrans" cxnId="{AEE565EF-E841-4BA9-83A3-1469EB81E0E2}">
      <dgm:prSet/>
      <dgm:spPr/>
      <dgm:t>
        <a:bodyPr/>
        <a:lstStyle/>
        <a:p>
          <a:endParaRPr lang="en-US"/>
        </a:p>
      </dgm:t>
    </dgm:pt>
    <dgm:pt modelId="{9766613D-F17E-4D16-B826-4D5D766E4924}" type="pres">
      <dgm:prSet presAssocID="{9FD105E1-663F-49C3-A2E3-0FE405EBB899}" presName="root" presStyleCnt="0">
        <dgm:presLayoutVars>
          <dgm:dir/>
          <dgm:resizeHandles val="exact"/>
        </dgm:presLayoutVars>
      </dgm:prSet>
      <dgm:spPr/>
    </dgm:pt>
    <dgm:pt modelId="{267D6D73-C92C-4FCA-A10B-30D8D00FAF3C}" type="pres">
      <dgm:prSet presAssocID="{9239833E-5434-4FF2-B88B-D050372174B0}" presName="compNode" presStyleCnt="0"/>
      <dgm:spPr/>
    </dgm:pt>
    <dgm:pt modelId="{CB9BD3C3-74B9-4D09-ABF5-7C682F9D5ABE}" type="pres">
      <dgm:prSet presAssocID="{9239833E-5434-4FF2-B88B-D050372174B0}" presName="bgRect" presStyleLbl="bgShp" presStyleIdx="0" presStyleCnt="3"/>
      <dgm:spPr/>
    </dgm:pt>
    <dgm:pt modelId="{E978324D-AE45-44FA-9537-EC1377FC0F34}" type="pres">
      <dgm:prSet presAssocID="{9239833E-5434-4FF2-B88B-D050372174B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ecturer"/>
        </a:ext>
      </dgm:extLst>
    </dgm:pt>
    <dgm:pt modelId="{7AC4AD43-9DDA-4850-B650-7DD71EDDC608}" type="pres">
      <dgm:prSet presAssocID="{9239833E-5434-4FF2-B88B-D050372174B0}" presName="spaceRect" presStyleCnt="0"/>
      <dgm:spPr/>
    </dgm:pt>
    <dgm:pt modelId="{CB7E9AF9-1389-4CC6-A41A-F7674C8DE814}" type="pres">
      <dgm:prSet presAssocID="{9239833E-5434-4FF2-B88B-D050372174B0}" presName="parTx" presStyleLbl="revTx" presStyleIdx="0" presStyleCnt="3">
        <dgm:presLayoutVars>
          <dgm:chMax val="0"/>
          <dgm:chPref val="0"/>
        </dgm:presLayoutVars>
      </dgm:prSet>
      <dgm:spPr/>
    </dgm:pt>
    <dgm:pt modelId="{4C1322AF-DFE7-4C5C-AF60-0444FC556CAF}" type="pres">
      <dgm:prSet presAssocID="{68C417B2-8491-4998-802A-CF7A876854DA}" presName="sibTrans" presStyleCnt="0"/>
      <dgm:spPr/>
    </dgm:pt>
    <dgm:pt modelId="{5943180A-E131-4504-AE8A-60B44364032D}" type="pres">
      <dgm:prSet presAssocID="{01AB1746-ED22-473D-BFED-105BBBC91A58}" presName="compNode" presStyleCnt="0"/>
      <dgm:spPr/>
    </dgm:pt>
    <dgm:pt modelId="{1CC9ACE3-72A9-4387-B480-2E6BBE54DF66}" type="pres">
      <dgm:prSet presAssocID="{01AB1746-ED22-473D-BFED-105BBBC91A58}" presName="bgRect" presStyleLbl="bgShp" presStyleIdx="1" presStyleCnt="3"/>
      <dgm:spPr/>
    </dgm:pt>
    <dgm:pt modelId="{2B621C66-557F-4431-A969-32EB8B61C961}" type="pres">
      <dgm:prSet presAssocID="{01AB1746-ED22-473D-BFED-105BBBC91A5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D2EE4BE1-7337-4B2C-8197-BAA50CA622C9}" type="pres">
      <dgm:prSet presAssocID="{01AB1746-ED22-473D-BFED-105BBBC91A58}" presName="spaceRect" presStyleCnt="0"/>
      <dgm:spPr/>
    </dgm:pt>
    <dgm:pt modelId="{F2F7CD75-7196-48AB-B540-927C0D113190}" type="pres">
      <dgm:prSet presAssocID="{01AB1746-ED22-473D-BFED-105BBBC91A58}" presName="parTx" presStyleLbl="revTx" presStyleIdx="1" presStyleCnt="3">
        <dgm:presLayoutVars>
          <dgm:chMax val="0"/>
          <dgm:chPref val="0"/>
        </dgm:presLayoutVars>
      </dgm:prSet>
      <dgm:spPr/>
    </dgm:pt>
    <dgm:pt modelId="{136FE6F2-A662-4A4E-9094-AA78C68E0BA5}" type="pres">
      <dgm:prSet presAssocID="{716552A1-5C3B-494E-AAA6-9B92128B16DF}" presName="sibTrans" presStyleCnt="0"/>
      <dgm:spPr/>
    </dgm:pt>
    <dgm:pt modelId="{8C60F462-78E8-483A-8F39-D6A78146671F}" type="pres">
      <dgm:prSet presAssocID="{B67F1F1F-F773-4FCB-BFB6-84231C5AB3B9}" presName="compNode" presStyleCnt="0"/>
      <dgm:spPr/>
    </dgm:pt>
    <dgm:pt modelId="{ABBEEFE9-E745-452D-B248-376F6B49CEC4}" type="pres">
      <dgm:prSet presAssocID="{B67F1F1F-F773-4FCB-BFB6-84231C5AB3B9}" presName="bgRect" presStyleLbl="bgShp" presStyleIdx="2" presStyleCnt="3"/>
      <dgm:spPr/>
    </dgm:pt>
    <dgm:pt modelId="{845BC779-32C3-4B79-894A-2B946F88C172}" type="pres">
      <dgm:prSet presAssocID="{B67F1F1F-F773-4FCB-BFB6-84231C5AB3B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265FF8B9-5792-4D61-8B1A-8C1F0D545AB6}" type="pres">
      <dgm:prSet presAssocID="{B67F1F1F-F773-4FCB-BFB6-84231C5AB3B9}" presName="spaceRect" presStyleCnt="0"/>
      <dgm:spPr/>
    </dgm:pt>
    <dgm:pt modelId="{3D3D83F5-1B52-4A3C-9B5C-A979A9AEEDB5}" type="pres">
      <dgm:prSet presAssocID="{B67F1F1F-F773-4FCB-BFB6-84231C5AB3B9}" presName="parTx" presStyleLbl="revTx" presStyleIdx="2" presStyleCnt="3">
        <dgm:presLayoutVars>
          <dgm:chMax val="0"/>
          <dgm:chPref val="0"/>
        </dgm:presLayoutVars>
      </dgm:prSet>
      <dgm:spPr/>
    </dgm:pt>
  </dgm:ptLst>
  <dgm:cxnLst>
    <dgm:cxn modelId="{0B48A205-98E2-40CA-AB73-6309244B3DCB}" srcId="{9FD105E1-663F-49C3-A2E3-0FE405EBB899}" destId="{9239833E-5434-4FF2-B88B-D050372174B0}" srcOrd="0" destOrd="0" parTransId="{A2FCBF85-0088-4774-9290-221ED8FB992D}" sibTransId="{68C417B2-8491-4998-802A-CF7A876854DA}"/>
    <dgm:cxn modelId="{8A32C91B-B62E-4ACB-A677-9AE2B43EF99C}" type="presOf" srcId="{B67F1F1F-F773-4FCB-BFB6-84231C5AB3B9}" destId="{3D3D83F5-1B52-4A3C-9B5C-A979A9AEEDB5}" srcOrd="0" destOrd="0" presId="urn:microsoft.com/office/officeart/2018/2/layout/IconVerticalSolidList"/>
    <dgm:cxn modelId="{F40A851D-DCFE-48A9-82C5-1203C5711360}" srcId="{9FD105E1-663F-49C3-A2E3-0FE405EBB899}" destId="{01AB1746-ED22-473D-BFED-105BBBC91A58}" srcOrd="1" destOrd="0" parTransId="{AFA8F88C-AE96-47A4-AD1E-B5AB1E98F796}" sibTransId="{716552A1-5C3B-494E-AAA6-9B92128B16DF}"/>
    <dgm:cxn modelId="{DE321A68-DDCB-47B4-9B86-30D3F2AB8965}" type="presOf" srcId="{9FD105E1-663F-49C3-A2E3-0FE405EBB899}" destId="{9766613D-F17E-4D16-B826-4D5D766E4924}" srcOrd="0" destOrd="0" presId="urn:microsoft.com/office/officeart/2018/2/layout/IconVerticalSolidList"/>
    <dgm:cxn modelId="{2B87EC76-0186-42E2-9FFD-E19FC882C7A0}" type="presOf" srcId="{01AB1746-ED22-473D-BFED-105BBBC91A58}" destId="{F2F7CD75-7196-48AB-B540-927C0D113190}" srcOrd="0" destOrd="0" presId="urn:microsoft.com/office/officeart/2018/2/layout/IconVerticalSolidList"/>
    <dgm:cxn modelId="{824F7697-BDA6-4A83-9D9C-B32600163688}" type="presOf" srcId="{9239833E-5434-4FF2-B88B-D050372174B0}" destId="{CB7E9AF9-1389-4CC6-A41A-F7674C8DE814}" srcOrd="0" destOrd="0" presId="urn:microsoft.com/office/officeart/2018/2/layout/IconVerticalSolidList"/>
    <dgm:cxn modelId="{AEE565EF-E841-4BA9-83A3-1469EB81E0E2}" srcId="{9FD105E1-663F-49C3-A2E3-0FE405EBB899}" destId="{B67F1F1F-F773-4FCB-BFB6-84231C5AB3B9}" srcOrd="2" destOrd="0" parTransId="{39B3CEFE-3057-4998-8D6F-D3DF99B6A6C7}" sibTransId="{F9CFF973-1951-4B6E-A7E0-ABF9B85B2933}"/>
    <dgm:cxn modelId="{4B33A078-F7F9-490A-ABC9-C3D094BA5515}" type="presParOf" srcId="{9766613D-F17E-4D16-B826-4D5D766E4924}" destId="{267D6D73-C92C-4FCA-A10B-30D8D00FAF3C}" srcOrd="0" destOrd="0" presId="urn:microsoft.com/office/officeart/2018/2/layout/IconVerticalSolidList"/>
    <dgm:cxn modelId="{A9C6C26A-96F5-4134-9B1E-90ACCDA4FD24}" type="presParOf" srcId="{267D6D73-C92C-4FCA-A10B-30D8D00FAF3C}" destId="{CB9BD3C3-74B9-4D09-ABF5-7C682F9D5ABE}" srcOrd="0" destOrd="0" presId="urn:microsoft.com/office/officeart/2018/2/layout/IconVerticalSolidList"/>
    <dgm:cxn modelId="{96A5663F-4B02-4A14-B5A7-1DBB1EB23BAF}" type="presParOf" srcId="{267D6D73-C92C-4FCA-A10B-30D8D00FAF3C}" destId="{E978324D-AE45-44FA-9537-EC1377FC0F34}" srcOrd="1" destOrd="0" presId="urn:microsoft.com/office/officeart/2018/2/layout/IconVerticalSolidList"/>
    <dgm:cxn modelId="{25754CD2-3BEA-4A63-ABC8-B1B6B227F44F}" type="presParOf" srcId="{267D6D73-C92C-4FCA-A10B-30D8D00FAF3C}" destId="{7AC4AD43-9DDA-4850-B650-7DD71EDDC608}" srcOrd="2" destOrd="0" presId="urn:microsoft.com/office/officeart/2018/2/layout/IconVerticalSolidList"/>
    <dgm:cxn modelId="{8E6BAA39-E9C7-45E6-8010-E8C6B6752F33}" type="presParOf" srcId="{267D6D73-C92C-4FCA-A10B-30D8D00FAF3C}" destId="{CB7E9AF9-1389-4CC6-A41A-F7674C8DE814}" srcOrd="3" destOrd="0" presId="urn:microsoft.com/office/officeart/2018/2/layout/IconVerticalSolidList"/>
    <dgm:cxn modelId="{4948B127-6B1A-485B-A01D-5984EBF02810}" type="presParOf" srcId="{9766613D-F17E-4D16-B826-4D5D766E4924}" destId="{4C1322AF-DFE7-4C5C-AF60-0444FC556CAF}" srcOrd="1" destOrd="0" presId="urn:microsoft.com/office/officeart/2018/2/layout/IconVerticalSolidList"/>
    <dgm:cxn modelId="{9061C8C5-1263-4BF4-874E-97AB8A2DC454}" type="presParOf" srcId="{9766613D-F17E-4D16-B826-4D5D766E4924}" destId="{5943180A-E131-4504-AE8A-60B44364032D}" srcOrd="2" destOrd="0" presId="urn:microsoft.com/office/officeart/2018/2/layout/IconVerticalSolidList"/>
    <dgm:cxn modelId="{10AC3517-9ED0-447E-A647-E51174463695}" type="presParOf" srcId="{5943180A-E131-4504-AE8A-60B44364032D}" destId="{1CC9ACE3-72A9-4387-B480-2E6BBE54DF66}" srcOrd="0" destOrd="0" presId="urn:microsoft.com/office/officeart/2018/2/layout/IconVerticalSolidList"/>
    <dgm:cxn modelId="{C834F3D9-BE3F-4D54-A8CA-4982F4D83C28}" type="presParOf" srcId="{5943180A-E131-4504-AE8A-60B44364032D}" destId="{2B621C66-557F-4431-A969-32EB8B61C961}" srcOrd="1" destOrd="0" presId="urn:microsoft.com/office/officeart/2018/2/layout/IconVerticalSolidList"/>
    <dgm:cxn modelId="{FFF245EB-94E3-4B62-AA43-7388BDDE4D49}" type="presParOf" srcId="{5943180A-E131-4504-AE8A-60B44364032D}" destId="{D2EE4BE1-7337-4B2C-8197-BAA50CA622C9}" srcOrd="2" destOrd="0" presId="urn:microsoft.com/office/officeart/2018/2/layout/IconVerticalSolidList"/>
    <dgm:cxn modelId="{7199FF99-CFBA-47D3-8622-9020BD540E44}" type="presParOf" srcId="{5943180A-E131-4504-AE8A-60B44364032D}" destId="{F2F7CD75-7196-48AB-B540-927C0D113190}" srcOrd="3" destOrd="0" presId="urn:microsoft.com/office/officeart/2018/2/layout/IconVerticalSolidList"/>
    <dgm:cxn modelId="{7FAC3F2B-1EF2-4F20-A36B-C5A5D2FDA192}" type="presParOf" srcId="{9766613D-F17E-4D16-B826-4D5D766E4924}" destId="{136FE6F2-A662-4A4E-9094-AA78C68E0BA5}" srcOrd="3" destOrd="0" presId="urn:microsoft.com/office/officeart/2018/2/layout/IconVerticalSolidList"/>
    <dgm:cxn modelId="{95658657-7875-42D0-A806-C5932A5934D7}" type="presParOf" srcId="{9766613D-F17E-4D16-B826-4D5D766E4924}" destId="{8C60F462-78E8-483A-8F39-D6A78146671F}" srcOrd="4" destOrd="0" presId="urn:microsoft.com/office/officeart/2018/2/layout/IconVerticalSolidList"/>
    <dgm:cxn modelId="{3EF53490-CE86-4CA3-9E5A-B054624A03F8}" type="presParOf" srcId="{8C60F462-78E8-483A-8F39-D6A78146671F}" destId="{ABBEEFE9-E745-452D-B248-376F6B49CEC4}" srcOrd="0" destOrd="0" presId="urn:microsoft.com/office/officeart/2018/2/layout/IconVerticalSolidList"/>
    <dgm:cxn modelId="{360788E7-F761-4765-B9DA-19969C7230D0}" type="presParOf" srcId="{8C60F462-78E8-483A-8F39-D6A78146671F}" destId="{845BC779-32C3-4B79-894A-2B946F88C172}" srcOrd="1" destOrd="0" presId="urn:microsoft.com/office/officeart/2018/2/layout/IconVerticalSolidList"/>
    <dgm:cxn modelId="{0340D4BF-4500-4AB8-8A34-EF2948706A33}" type="presParOf" srcId="{8C60F462-78E8-483A-8F39-D6A78146671F}" destId="{265FF8B9-5792-4D61-8B1A-8C1F0D545AB6}" srcOrd="2" destOrd="0" presId="urn:microsoft.com/office/officeart/2018/2/layout/IconVerticalSolidList"/>
    <dgm:cxn modelId="{D83102E1-3847-40BC-8E95-12FC3B000075}" type="presParOf" srcId="{8C60F462-78E8-483A-8F39-D6A78146671F}" destId="{3D3D83F5-1B52-4A3C-9B5C-A979A9AEEDB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C8FE81-E468-4966-8AB0-0F49607FBCF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737DC25-A5A7-4DC1-A3A9-695C4B0D9DCA}">
      <dgm:prSet/>
      <dgm:spPr/>
      <dgm:t>
        <a:bodyPr/>
        <a:lstStyle/>
        <a:p>
          <a:pPr>
            <a:lnSpc>
              <a:spcPct val="100000"/>
            </a:lnSpc>
          </a:pPr>
          <a:r>
            <a:rPr lang="en-US" dirty="0"/>
            <a:t>Prioritizing tasks</a:t>
          </a:r>
        </a:p>
      </dgm:t>
    </dgm:pt>
    <dgm:pt modelId="{DECEA371-FF46-4426-975E-D2C2CFE4EBB0}" type="parTrans" cxnId="{290C67F1-F573-488C-9589-43C220EB9D66}">
      <dgm:prSet/>
      <dgm:spPr/>
      <dgm:t>
        <a:bodyPr/>
        <a:lstStyle/>
        <a:p>
          <a:endParaRPr lang="en-US"/>
        </a:p>
      </dgm:t>
    </dgm:pt>
    <dgm:pt modelId="{39C18B8B-83F0-4FBD-8FBD-441CF1B9F186}" type="sibTrans" cxnId="{290C67F1-F573-488C-9589-43C220EB9D66}">
      <dgm:prSet/>
      <dgm:spPr/>
      <dgm:t>
        <a:bodyPr/>
        <a:lstStyle/>
        <a:p>
          <a:endParaRPr lang="en-US"/>
        </a:p>
      </dgm:t>
    </dgm:pt>
    <dgm:pt modelId="{F7F08AB6-BB0D-40BB-9A0F-9F1D90839E5B}">
      <dgm:prSet/>
      <dgm:spPr/>
      <dgm:t>
        <a:bodyPr/>
        <a:lstStyle/>
        <a:p>
          <a:pPr>
            <a:lnSpc>
              <a:spcPct val="100000"/>
            </a:lnSpc>
          </a:pPr>
          <a:r>
            <a:rPr lang="en-US" dirty="0"/>
            <a:t>Managing distractions</a:t>
          </a:r>
        </a:p>
      </dgm:t>
    </dgm:pt>
    <dgm:pt modelId="{2239DF32-FD92-4614-A2B7-0CCFD400DC81}" type="parTrans" cxnId="{D8318E08-8024-404C-9D92-E9DC2AC8900A}">
      <dgm:prSet/>
      <dgm:spPr/>
      <dgm:t>
        <a:bodyPr/>
        <a:lstStyle/>
        <a:p>
          <a:endParaRPr lang="en-US"/>
        </a:p>
      </dgm:t>
    </dgm:pt>
    <dgm:pt modelId="{809B67EF-C0A0-4395-9983-DF15EDB2CE6C}" type="sibTrans" cxnId="{D8318E08-8024-404C-9D92-E9DC2AC8900A}">
      <dgm:prSet/>
      <dgm:spPr/>
      <dgm:t>
        <a:bodyPr/>
        <a:lstStyle/>
        <a:p>
          <a:endParaRPr lang="en-US"/>
        </a:p>
      </dgm:t>
    </dgm:pt>
    <dgm:pt modelId="{3438C1B6-0272-44C4-82CA-E6CE6101146E}">
      <dgm:prSet/>
      <dgm:spPr/>
      <dgm:t>
        <a:bodyPr/>
        <a:lstStyle/>
        <a:p>
          <a:pPr>
            <a:lnSpc>
              <a:spcPct val="100000"/>
            </a:lnSpc>
          </a:pPr>
          <a:r>
            <a:rPr lang="en-US" dirty="0"/>
            <a:t>Study techniques for academic success</a:t>
          </a:r>
        </a:p>
      </dgm:t>
    </dgm:pt>
    <dgm:pt modelId="{CE4A5606-D96D-414D-A90D-6D2979D9FF6F}" type="parTrans" cxnId="{59FC180F-69C5-40B3-8D27-5CA03E0AD763}">
      <dgm:prSet/>
      <dgm:spPr/>
      <dgm:t>
        <a:bodyPr/>
        <a:lstStyle/>
        <a:p>
          <a:endParaRPr lang="en-US"/>
        </a:p>
      </dgm:t>
    </dgm:pt>
    <dgm:pt modelId="{549FB4B4-F3A4-4BBA-9B0E-9FCAAD61D458}" type="sibTrans" cxnId="{59FC180F-69C5-40B3-8D27-5CA03E0AD763}">
      <dgm:prSet/>
      <dgm:spPr/>
      <dgm:t>
        <a:bodyPr/>
        <a:lstStyle/>
        <a:p>
          <a:endParaRPr lang="en-US"/>
        </a:p>
      </dgm:t>
    </dgm:pt>
    <dgm:pt modelId="{99839AC0-8C8E-48FE-8B8A-4C67D49F9EC4}" type="pres">
      <dgm:prSet presAssocID="{4EC8FE81-E468-4966-8AB0-0F49607FBCF0}" presName="root" presStyleCnt="0">
        <dgm:presLayoutVars>
          <dgm:dir/>
          <dgm:resizeHandles val="exact"/>
        </dgm:presLayoutVars>
      </dgm:prSet>
      <dgm:spPr/>
    </dgm:pt>
    <dgm:pt modelId="{BBCF369B-C441-4445-998E-A0608EBB4472}" type="pres">
      <dgm:prSet presAssocID="{C737DC25-A5A7-4DC1-A3A9-695C4B0D9DCA}" presName="compNode" presStyleCnt="0"/>
      <dgm:spPr/>
    </dgm:pt>
    <dgm:pt modelId="{273A90DA-2A34-4F55-8174-CE39017402A4}" type="pres">
      <dgm:prSet presAssocID="{C737DC25-A5A7-4DC1-A3A9-695C4B0D9DCA}" presName="bgRect" presStyleLbl="bgShp" presStyleIdx="0" presStyleCnt="3"/>
      <dgm:spPr/>
    </dgm:pt>
    <dgm:pt modelId="{298A73B3-F863-49C8-BCDE-C8871121AD16}" type="pres">
      <dgm:prSet presAssocID="{C737DC25-A5A7-4DC1-A3A9-695C4B0D9DC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C9239E6-4F89-483F-8FF6-DB23F6E9E21C}" type="pres">
      <dgm:prSet presAssocID="{C737DC25-A5A7-4DC1-A3A9-695C4B0D9DCA}" presName="spaceRect" presStyleCnt="0"/>
      <dgm:spPr/>
    </dgm:pt>
    <dgm:pt modelId="{141D6B12-25E2-4D34-9D90-867AAFB0AB4A}" type="pres">
      <dgm:prSet presAssocID="{C737DC25-A5A7-4DC1-A3A9-695C4B0D9DCA}" presName="parTx" presStyleLbl="revTx" presStyleIdx="0" presStyleCnt="3">
        <dgm:presLayoutVars>
          <dgm:chMax val="0"/>
          <dgm:chPref val="0"/>
        </dgm:presLayoutVars>
      </dgm:prSet>
      <dgm:spPr/>
    </dgm:pt>
    <dgm:pt modelId="{9720A9D0-1DE6-4B52-8F81-B410A60BC140}" type="pres">
      <dgm:prSet presAssocID="{39C18B8B-83F0-4FBD-8FBD-441CF1B9F186}" presName="sibTrans" presStyleCnt="0"/>
      <dgm:spPr/>
    </dgm:pt>
    <dgm:pt modelId="{971EA87D-FFF5-49C4-9BCB-562AC45ADDE9}" type="pres">
      <dgm:prSet presAssocID="{F7F08AB6-BB0D-40BB-9A0F-9F1D90839E5B}" presName="compNode" presStyleCnt="0"/>
      <dgm:spPr/>
    </dgm:pt>
    <dgm:pt modelId="{A1992530-8DC1-439D-A8BB-D4455EDF5119}" type="pres">
      <dgm:prSet presAssocID="{F7F08AB6-BB0D-40BB-9A0F-9F1D90839E5B}" presName="bgRect" presStyleLbl="bgShp" presStyleIdx="1" presStyleCnt="3"/>
      <dgm:spPr/>
    </dgm:pt>
    <dgm:pt modelId="{964A34A2-8851-4DDC-8299-FC94BCB6BE90}" type="pres">
      <dgm:prSet presAssocID="{F7F08AB6-BB0D-40BB-9A0F-9F1D90839E5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6BEEE3D4-EC3D-4999-8853-3936C3C8685F}" type="pres">
      <dgm:prSet presAssocID="{F7F08AB6-BB0D-40BB-9A0F-9F1D90839E5B}" presName="spaceRect" presStyleCnt="0"/>
      <dgm:spPr/>
    </dgm:pt>
    <dgm:pt modelId="{FB6A4C99-CC4C-46B8-A144-71EA57074396}" type="pres">
      <dgm:prSet presAssocID="{F7F08AB6-BB0D-40BB-9A0F-9F1D90839E5B}" presName="parTx" presStyleLbl="revTx" presStyleIdx="1" presStyleCnt="3">
        <dgm:presLayoutVars>
          <dgm:chMax val="0"/>
          <dgm:chPref val="0"/>
        </dgm:presLayoutVars>
      </dgm:prSet>
      <dgm:spPr/>
    </dgm:pt>
    <dgm:pt modelId="{B74F80A2-8CE1-46A1-A908-B23CADAA567F}" type="pres">
      <dgm:prSet presAssocID="{809B67EF-C0A0-4395-9983-DF15EDB2CE6C}" presName="sibTrans" presStyleCnt="0"/>
      <dgm:spPr/>
    </dgm:pt>
    <dgm:pt modelId="{C588FAE6-9161-4F7D-AAA2-EF9F6B47790A}" type="pres">
      <dgm:prSet presAssocID="{3438C1B6-0272-44C4-82CA-E6CE6101146E}" presName="compNode" presStyleCnt="0"/>
      <dgm:spPr/>
    </dgm:pt>
    <dgm:pt modelId="{51F679C1-05CD-4DE0-A673-CB76372A0327}" type="pres">
      <dgm:prSet presAssocID="{3438C1B6-0272-44C4-82CA-E6CE6101146E}" presName="bgRect" presStyleLbl="bgShp" presStyleIdx="2" presStyleCnt="3"/>
      <dgm:spPr/>
    </dgm:pt>
    <dgm:pt modelId="{74890EAC-3DDC-4D85-8D84-5FA05E6B38B1}" type="pres">
      <dgm:prSet presAssocID="{3438C1B6-0272-44C4-82CA-E6CE610114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DAA40FFC-24A0-4973-B606-0400F159B004}" type="pres">
      <dgm:prSet presAssocID="{3438C1B6-0272-44C4-82CA-E6CE6101146E}" presName="spaceRect" presStyleCnt="0"/>
      <dgm:spPr/>
    </dgm:pt>
    <dgm:pt modelId="{2EA332CD-296A-4F14-B15B-5955B2825B02}" type="pres">
      <dgm:prSet presAssocID="{3438C1B6-0272-44C4-82CA-E6CE6101146E}" presName="parTx" presStyleLbl="revTx" presStyleIdx="2" presStyleCnt="3">
        <dgm:presLayoutVars>
          <dgm:chMax val="0"/>
          <dgm:chPref val="0"/>
        </dgm:presLayoutVars>
      </dgm:prSet>
      <dgm:spPr/>
    </dgm:pt>
  </dgm:ptLst>
  <dgm:cxnLst>
    <dgm:cxn modelId="{D8318E08-8024-404C-9D92-E9DC2AC8900A}" srcId="{4EC8FE81-E468-4966-8AB0-0F49607FBCF0}" destId="{F7F08AB6-BB0D-40BB-9A0F-9F1D90839E5B}" srcOrd="1" destOrd="0" parTransId="{2239DF32-FD92-4614-A2B7-0CCFD400DC81}" sibTransId="{809B67EF-C0A0-4395-9983-DF15EDB2CE6C}"/>
    <dgm:cxn modelId="{59FC180F-69C5-40B3-8D27-5CA03E0AD763}" srcId="{4EC8FE81-E468-4966-8AB0-0F49607FBCF0}" destId="{3438C1B6-0272-44C4-82CA-E6CE6101146E}" srcOrd="2" destOrd="0" parTransId="{CE4A5606-D96D-414D-A90D-6D2979D9FF6F}" sibTransId="{549FB4B4-F3A4-4BBA-9B0E-9FCAAD61D458}"/>
    <dgm:cxn modelId="{72AF842B-C3E8-49BB-853F-34C6E31D552F}" type="presOf" srcId="{C737DC25-A5A7-4DC1-A3A9-695C4B0D9DCA}" destId="{141D6B12-25E2-4D34-9D90-867AAFB0AB4A}" srcOrd="0" destOrd="0" presId="urn:microsoft.com/office/officeart/2018/2/layout/IconVerticalSolidList"/>
    <dgm:cxn modelId="{13D7D145-9A12-4F8A-B490-5CFAA99DBB69}" type="presOf" srcId="{3438C1B6-0272-44C4-82CA-E6CE6101146E}" destId="{2EA332CD-296A-4F14-B15B-5955B2825B02}" srcOrd="0" destOrd="0" presId="urn:microsoft.com/office/officeart/2018/2/layout/IconVerticalSolidList"/>
    <dgm:cxn modelId="{561927D6-F6AC-4CD0-9964-15D0403E3DA8}" type="presOf" srcId="{F7F08AB6-BB0D-40BB-9A0F-9F1D90839E5B}" destId="{FB6A4C99-CC4C-46B8-A144-71EA57074396}" srcOrd="0" destOrd="0" presId="urn:microsoft.com/office/officeart/2018/2/layout/IconVerticalSolidList"/>
    <dgm:cxn modelId="{290C67F1-F573-488C-9589-43C220EB9D66}" srcId="{4EC8FE81-E468-4966-8AB0-0F49607FBCF0}" destId="{C737DC25-A5A7-4DC1-A3A9-695C4B0D9DCA}" srcOrd="0" destOrd="0" parTransId="{DECEA371-FF46-4426-975E-D2C2CFE4EBB0}" sibTransId="{39C18B8B-83F0-4FBD-8FBD-441CF1B9F186}"/>
    <dgm:cxn modelId="{0FC93BFE-8A04-4BA1-BAA9-6EB0806D6C81}" type="presOf" srcId="{4EC8FE81-E468-4966-8AB0-0F49607FBCF0}" destId="{99839AC0-8C8E-48FE-8B8A-4C67D49F9EC4}" srcOrd="0" destOrd="0" presId="urn:microsoft.com/office/officeart/2018/2/layout/IconVerticalSolidList"/>
    <dgm:cxn modelId="{9127936B-84AC-4B41-B06C-84D5AEDB4C89}" type="presParOf" srcId="{99839AC0-8C8E-48FE-8B8A-4C67D49F9EC4}" destId="{BBCF369B-C441-4445-998E-A0608EBB4472}" srcOrd="0" destOrd="0" presId="urn:microsoft.com/office/officeart/2018/2/layout/IconVerticalSolidList"/>
    <dgm:cxn modelId="{1E84CA36-CEC5-44D5-ABFE-1CB14608E85B}" type="presParOf" srcId="{BBCF369B-C441-4445-998E-A0608EBB4472}" destId="{273A90DA-2A34-4F55-8174-CE39017402A4}" srcOrd="0" destOrd="0" presId="urn:microsoft.com/office/officeart/2018/2/layout/IconVerticalSolidList"/>
    <dgm:cxn modelId="{1C8166A0-85C0-4DF1-9F32-5F073D947DBD}" type="presParOf" srcId="{BBCF369B-C441-4445-998E-A0608EBB4472}" destId="{298A73B3-F863-49C8-BCDE-C8871121AD16}" srcOrd="1" destOrd="0" presId="urn:microsoft.com/office/officeart/2018/2/layout/IconVerticalSolidList"/>
    <dgm:cxn modelId="{3A7FCE66-F041-4723-A28F-0806ACD9DAA1}" type="presParOf" srcId="{BBCF369B-C441-4445-998E-A0608EBB4472}" destId="{CC9239E6-4F89-483F-8FF6-DB23F6E9E21C}" srcOrd="2" destOrd="0" presId="urn:microsoft.com/office/officeart/2018/2/layout/IconVerticalSolidList"/>
    <dgm:cxn modelId="{A751E1CB-1184-44A1-BF5B-934BE1491A30}" type="presParOf" srcId="{BBCF369B-C441-4445-998E-A0608EBB4472}" destId="{141D6B12-25E2-4D34-9D90-867AAFB0AB4A}" srcOrd="3" destOrd="0" presId="urn:microsoft.com/office/officeart/2018/2/layout/IconVerticalSolidList"/>
    <dgm:cxn modelId="{7103614E-8B63-4007-A546-34C60116D55A}" type="presParOf" srcId="{99839AC0-8C8E-48FE-8B8A-4C67D49F9EC4}" destId="{9720A9D0-1DE6-4B52-8F81-B410A60BC140}" srcOrd="1" destOrd="0" presId="urn:microsoft.com/office/officeart/2018/2/layout/IconVerticalSolidList"/>
    <dgm:cxn modelId="{3EDC791A-8F4C-4DAE-9E24-A0B172CA7FC1}" type="presParOf" srcId="{99839AC0-8C8E-48FE-8B8A-4C67D49F9EC4}" destId="{971EA87D-FFF5-49C4-9BCB-562AC45ADDE9}" srcOrd="2" destOrd="0" presId="urn:microsoft.com/office/officeart/2018/2/layout/IconVerticalSolidList"/>
    <dgm:cxn modelId="{C5682E1A-7A02-431C-A394-C6A3939E6D3C}" type="presParOf" srcId="{971EA87D-FFF5-49C4-9BCB-562AC45ADDE9}" destId="{A1992530-8DC1-439D-A8BB-D4455EDF5119}" srcOrd="0" destOrd="0" presId="urn:microsoft.com/office/officeart/2018/2/layout/IconVerticalSolidList"/>
    <dgm:cxn modelId="{1C4EE50A-B087-4351-9CD9-5FDDD4E97FB9}" type="presParOf" srcId="{971EA87D-FFF5-49C4-9BCB-562AC45ADDE9}" destId="{964A34A2-8851-4DDC-8299-FC94BCB6BE90}" srcOrd="1" destOrd="0" presId="urn:microsoft.com/office/officeart/2018/2/layout/IconVerticalSolidList"/>
    <dgm:cxn modelId="{7973E26F-61FA-43E4-A40F-CEDF6D89441D}" type="presParOf" srcId="{971EA87D-FFF5-49C4-9BCB-562AC45ADDE9}" destId="{6BEEE3D4-EC3D-4999-8853-3936C3C8685F}" srcOrd="2" destOrd="0" presId="urn:microsoft.com/office/officeart/2018/2/layout/IconVerticalSolidList"/>
    <dgm:cxn modelId="{0800CD52-5D23-4E06-9D0D-803B272B55F5}" type="presParOf" srcId="{971EA87D-FFF5-49C4-9BCB-562AC45ADDE9}" destId="{FB6A4C99-CC4C-46B8-A144-71EA57074396}" srcOrd="3" destOrd="0" presId="urn:microsoft.com/office/officeart/2018/2/layout/IconVerticalSolidList"/>
    <dgm:cxn modelId="{64EC76B7-7281-4A0F-8381-0897C0034DAE}" type="presParOf" srcId="{99839AC0-8C8E-48FE-8B8A-4C67D49F9EC4}" destId="{B74F80A2-8CE1-46A1-A908-B23CADAA567F}" srcOrd="3" destOrd="0" presId="urn:microsoft.com/office/officeart/2018/2/layout/IconVerticalSolidList"/>
    <dgm:cxn modelId="{6418A2A1-34E3-4950-8167-B57A68BFBBB3}" type="presParOf" srcId="{99839AC0-8C8E-48FE-8B8A-4C67D49F9EC4}" destId="{C588FAE6-9161-4F7D-AAA2-EF9F6B47790A}" srcOrd="4" destOrd="0" presId="urn:microsoft.com/office/officeart/2018/2/layout/IconVerticalSolidList"/>
    <dgm:cxn modelId="{540011E6-818E-4117-A2C6-195817529B34}" type="presParOf" srcId="{C588FAE6-9161-4F7D-AAA2-EF9F6B47790A}" destId="{51F679C1-05CD-4DE0-A673-CB76372A0327}" srcOrd="0" destOrd="0" presId="urn:microsoft.com/office/officeart/2018/2/layout/IconVerticalSolidList"/>
    <dgm:cxn modelId="{24164966-C1B4-45B1-A42D-A6E4AECEF479}" type="presParOf" srcId="{C588FAE6-9161-4F7D-AAA2-EF9F6B47790A}" destId="{74890EAC-3DDC-4D85-8D84-5FA05E6B38B1}" srcOrd="1" destOrd="0" presId="urn:microsoft.com/office/officeart/2018/2/layout/IconVerticalSolidList"/>
    <dgm:cxn modelId="{E6FE657C-A71B-47D5-8206-89EB9187E87A}" type="presParOf" srcId="{C588FAE6-9161-4F7D-AAA2-EF9F6B47790A}" destId="{DAA40FFC-24A0-4973-B606-0400F159B004}" srcOrd="2" destOrd="0" presId="urn:microsoft.com/office/officeart/2018/2/layout/IconVerticalSolidList"/>
    <dgm:cxn modelId="{B2106647-F90F-436D-99BE-E3AEC13DCEAB}" type="presParOf" srcId="{C588FAE6-9161-4F7D-AAA2-EF9F6B47790A}" destId="{2EA332CD-296A-4F14-B15B-5955B2825B0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2ED69C-F4E4-439B-8AF0-0E890BAF935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EFB0498-D5E5-4258-BBA0-79A6F7D82E10}">
      <dgm:prSet/>
      <dgm:spPr/>
      <dgm:t>
        <a:bodyPr/>
        <a:lstStyle/>
        <a:p>
          <a:pPr>
            <a:lnSpc>
              <a:spcPct val="100000"/>
            </a:lnSpc>
          </a:pPr>
          <a:r>
            <a:rPr lang="en-US"/>
            <a:t>Setting SMART goals</a:t>
          </a:r>
        </a:p>
      </dgm:t>
    </dgm:pt>
    <dgm:pt modelId="{A8F59BCC-45D9-4D9F-B765-BAAA3164B507}" type="parTrans" cxnId="{490F33A2-B954-4B0B-B7EC-1083605A13CE}">
      <dgm:prSet/>
      <dgm:spPr/>
      <dgm:t>
        <a:bodyPr/>
        <a:lstStyle/>
        <a:p>
          <a:endParaRPr lang="en-US"/>
        </a:p>
      </dgm:t>
    </dgm:pt>
    <dgm:pt modelId="{B2F0C5C4-8DDA-4FAA-931B-DFCBA7EABCE1}" type="sibTrans" cxnId="{490F33A2-B954-4B0B-B7EC-1083605A13CE}">
      <dgm:prSet/>
      <dgm:spPr/>
      <dgm:t>
        <a:bodyPr/>
        <a:lstStyle/>
        <a:p>
          <a:endParaRPr lang="en-US"/>
        </a:p>
      </dgm:t>
    </dgm:pt>
    <dgm:pt modelId="{978481DE-3348-4AB7-B619-14BE0C61A64B}">
      <dgm:prSet/>
      <dgm:spPr/>
      <dgm:t>
        <a:bodyPr/>
        <a:lstStyle/>
        <a:p>
          <a:pPr>
            <a:lnSpc>
              <a:spcPct val="100000"/>
            </a:lnSpc>
          </a:pPr>
          <a:r>
            <a:rPr lang="en-US"/>
            <a:t>Staying motivated</a:t>
          </a:r>
        </a:p>
      </dgm:t>
    </dgm:pt>
    <dgm:pt modelId="{5A22795D-CA8B-48CC-92D9-E8ACB2E608A9}" type="parTrans" cxnId="{A3AC9379-AC24-4994-BD02-E7D085FE6F64}">
      <dgm:prSet/>
      <dgm:spPr/>
      <dgm:t>
        <a:bodyPr/>
        <a:lstStyle/>
        <a:p>
          <a:endParaRPr lang="en-US"/>
        </a:p>
      </dgm:t>
    </dgm:pt>
    <dgm:pt modelId="{2B5A7F2F-D198-4D3D-AE70-46C718CF38BF}" type="sibTrans" cxnId="{A3AC9379-AC24-4994-BD02-E7D085FE6F64}">
      <dgm:prSet/>
      <dgm:spPr/>
      <dgm:t>
        <a:bodyPr/>
        <a:lstStyle/>
        <a:p>
          <a:endParaRPr lang="en-US"/>
        </a:p>
      </dgm:t>
    </dgm:pt>
    <dgm:pt modelId="{107F49CE-5CC0-4134-9305-8F7E04E8B441}">
      <dgm:prSet/>
      <dgm:spPr/>
      <dgm:t>
        <a:bodyPr/>
        <a:lstStyle/>
        <a:p>
          <a:pPr>
            <a:lnSpc>
              <a:spcPct val="100000"/>
            </a:lnSpc>
          </a:pPr>
          <a:r>
            <a:rPr lang="en-US"/>
            <a:t>Overcoming obstacles</a:t>
          </a:r>
        </a:p>
      </dgm:t>
    </dgm:pt>
    <dgm:pt modelId="{907DDB0D-08E5-47DD-BBEC-6DE1C9429F23}" type="parTrans" cxnId="{FB4234C9-E8C6-4C5C-8FDB-035E78237B60}">
      <dgm:prSet/>
      <dgm:spPr/>
      <dgm:t>
        <a:bodyPr/>
        <a:lstStyle/>
        <a:p>
          <a:endParaRPr lang="en-US"/>
        </a:p>
      </dgm:t>
    </dgm:pt>
    <dgm:pt modelId="{C949E6C0-FFD5-40BD-8979-53C8A156F658}" type="sibTrans" cxnId="{FB4234C9-E8C6-4C5C-8FDB-035E78237B60}">
      <dgm:prSet/>
      <dgm:spPr/>
      <dgm:t>
        <a:bodyPr/>
        <a:lstStyle/>
        <a:p>
          <a:endParaRPr lang="en-US"/>
        </a:p>
      </dgm:t>
    </dgm:pt>
    <dgm:pt modelId="{6686B7C3-5409-42B7-B9DC-D7FBB0E83070}" type="pres">
      <dgm:prSet presAssocID="{8D2ED69C-F4E4-439B-8AF0-0E890BAF9358}" presName="root" presStyleCnt="0">
        <dgm:presLayoutVars>
          <dgm:dir/>
          <dgm:resizeHandles val="exact"/>
        </dgm:presLayoutVars>
      </dgm:prSet>
      <dgm:spPr/>
    </dgm:pt>
    <dgm:pt modelId="{78815A7C-F403-4168-A0D0-8B095FABF45C}" type="pres">
      <dgm:prSet presAssocID="{BEFB0498-D5E5-4258-BBA0-79A6F7D82E10}" presName="compNode" presStyleCnt="0"/>
      <dgm:spPr/>
    </dgm:pt>
    <dgm:pt modelId="{C14C0B18-34CA-4732-B709-F14A92D8655B}" type="pres">
      <dgm:prSet presAssocID="{BEFB0498-D5E5-4258-BBA0-79A6F7D82E1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2EAE631B-CA89-4465-B963-3F8C7DC61689}" type="pres">
      <dgm:prSet presAssocID="{BEFB0498-D5E5-4258-BBA0-79A6F7D82E10}" presName="spaceRect" presStyleCnt="0"/>
      <dgm:spPr/>
    </dgm:pt>
    <dgm:pt modelId="{94103644-66B7-41B1-A75F-9A4A3F993143}" type="pres">
      <dgm:prSet presAssocID="{BEFB0498-D5E5-4258-BBA0-79A6F7D82E10}" presName="textRect" presStyleLbl="revTx" presStyleIdx="0" presStyleCnt="3">
        <dgm:presLayoutVars>
          <dgm:chMax val="1"/>
          <dgm:chPref val="1"/>
        </dgm:presLayoutVars>
      </dgm:prSet>
      <dgm:spPr/>
    </dgm:pt>
    <dgm:pt modelId="{763F32B6-AE10-489E-B967-711BA901B1C8}" type="pres">
      <dgm:prSet presAssocID="{B2F0C5C4-8DDA-4FAA-931B-DFCBA7EABCE1}" presName="sibTrans" presStyleCnt="0"/>
      <dgm:spPr/>
    </dgm:pt>
    <dgm:pt modelId="{B4586B7D-EE90-4402-B0EF-883DBFF7F155}" type="pres">
      <dgm:prSet presAssocID="{978481DE-3348-4AB7-B619-14BE0C61A64B}" presName="compNode" presStyleCnt="0"/>
      <dgm:spPr/>
    </dgm:pt>
    <dgm:pt modelId="{4E3B6663-4A71-4DA4-B6C0-DC8C57009FAC}" type="pres">
      <dgm:prSet presAssocID="{978481DE-3348-4AB7-B619-14BE0C61A64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un"/>
        </a:ext>
      </dgm:extLst>
    </dgm:pt>
    <dgm:pt modelId="{67A4CEBD-2858-4C44-811A-18EC34C70840}" type="pres">
      <dgm:prSet presAssocID="{978481DE-3348-4AB7-B619-14BE0C61A64B}" presName="spaceRect" presStyleCnt="0"/>
      <dgm:spPr/>
    </dgm:pt>
    <dgm:pt modelId="{514E25CA-EAEA-49AA-A783-81984DEDC42E}" type="pres">
      <dgm:prSet presAssocID="{978481DE-3348-4AB7-B619-14BE0C61A64B}" presName="textRect" presStyleLbl="revTx" presStyleIdx="1" presStyleCnt="3">
        <dgm:presLayoutVars>
          <dgm:chMax val="1"/>
          <dgm:chPref val="1"/>
        </dgm:presLayoutVars>
      </dgm:prSet>
      <dgm:spPr/>
    </dgm:pt>
    <dgm:pt modelId="{ABB75148-6C3A-40C1-A6C8-63A3387B58CC}" type="pres">
      <dgm:prSet presAssocID="{2B5A7F2F-D198-4D3D-AE70-46C718CF38BF}" presName="sibTrans" presStyleCnt="0"/>
      <dgm:spPr/>
    </dgm:pt>
    <dgm:pt modelId="{A80C26F7-B786-41A2-905B-C64764F9E371}" type="pres">
      <dgm:prSet presAssocID="{107F49CE-5CC0-4134-9305-8F7E04E8B441}" presName="compNode" presStyleCnt="0"/>
      <dgm:spPr/>
    </dgm:pt>
    <dgm:pt modelId="{256ED05F-CC99-496C-813C-DF7A11993916}" type="pres">
      <dgm:prSet presAssocID="{107F49CE-5CC0-4134-9305-8F7E04E8B4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m"/>
        </a:ext>
      </dgm:extLst>
    </dgm:pt>
    <dgm:pt modelId="{4781D237-409A-4009-8946-9A98B58D8CEC}" type="pres">
      <dgm:prSet presAssocID="{107F49CE-5CC0-4134-9305-8F7E04E8B441}" presName="spaceRect" presStyleCnt="0"/>
      <dgm:spPr/>
    </dgm:pt>
    <dgm:pt modelId="{AC24548F-B6DC-4258-A44B-CF210CEBACA7}" type="pres">
      <dgm:prSet presAssocID="{107F49CE-5CC0-4134-9305-8F7E04E8B441}" presName="textRect" presStyleLbl="revTx" presStyleIdx="2" presStyleCnt="3">
        <dgm:presLayoutVars>
          <dgm:chMax val="1"/>
          <dgm:chPref val="1"/>
        </dgm:presLayoutVars>
      </dgm:prSet>
      <dgm:spPr/>
    </dgm:pt>
  </dgm:ptLst>
  <dgm:cxnLst>
    <dgm:cxn modelId="{A167286A-4741-413D-8D81-185B180B65E8}" type="presOf" srcId="{107F49CE-5CC0-4134-9305-8F7E04E8B441}" destId="{AC24548F-B6DC-4258-A44B-CF210CEBACA7}" srcOrd="0" destOrd="0" presId="urn:microsoft.com/office/officeart/2018/2/layout/IconLabelList"/>
    <dgm:cxn modelId="{A3AC9379-AC24-4994-BD02-E7D085FE6F64}" srcId="{8D2ED69C-F4E4-439B-8AF0-0E890BAF9358}" destId="{978481DE-3348-4AB7-B619-14BE0C61A64B}" srcOrd="1" destOrd="0" parTransId="{5A22795D-CA8B-48CC-92D9-E8ACB2E608A9}" sibTransId="{2B5A7F2F-D198-4D3D-AE70-46C718CF38BF}"/>
    <dgm:cxn modelId="{24B0399C-AB8B-42A7-9E5A-71440E45AE22}" type="presOf" srcId="{978481DE-3348-4AB7-B619-14BE0C61A64B}" destId="{514E25CA-EAEA-49AA-A783-81984DEDC42E}" srcOrd="0" destOrd="0" presId="urn:microsoft.com/office/officeart/2018/2/layout/IconLabelList"/>
    <dgm:cxn modelId="{490F33A2-B954-4B0B-B7EC-1083605A13CE}" srcId="{8D2ED69C-F4E4-439B-8AF0-0E890BAF9358}" destId="{BEFB0498-D5E5-4258-BBA0-79A6F7D82E10}" srcOrd="0" destOrd="0" parTransId="{A8F59BCC-45D9-4D9F-B765-BAAA3164B507}" sibTransId="{B2F0C5C4-8DDA-4FAA-931B-DFCBA7EABCE1}"/>
    <dgm:cxn modelId="{FB4234C9-E8C6-4C5C-8FDB-035E78237B60}" srcId="{8D2ED69C-F4E4-439B-8AF0-0E890BAF9358}" destId="{107F49CE-5CC0-4134-9305-8F7E04E8B441}" srcOrd="2" destOrd="0" parTransId="{907DDB0D-08E5-47DD-BBEC-6DE1C9429F23}" sibTransId="{C949E6C0-FFD5-40BD-8979-53C8A156F658}"/>
    <dgm:cxn modelId="{A3C625CB-4FFE-4F77-9EE2-D5E383E8F560}" type="presOf" srcId="{8D2ED69C-F4E4-439B-8AF0-0E890BAF9358}" destId="{6686B7C3-5409-42B7-B9DC-D7FBB0E83070}" srcOrd="0" destOrd="0" presId="urn:microsoft.com/office/officeart/2018/2/layout/IconLabelList"/>
    <dgm:cxn modelId="{67F340DD-98B9-4B86-B201-0E58D217BDAE}" type="presOf" srcId="{BEFB0498-D5E5-4258-BBA0-79A6F7D82E10}" destId="{94103644-66B7-41B1-A75F-9A4A3F993143}" srcOrd="0" destOrd="0" presId="urn:microsoft.com/office/officeart/2018/2/layout/IconLabelList"/>
    <dgm:cxn modelId="{EEF39812-8508-4952-9F71-DA01B9A2E439}" type="presParOf" srcId="{6686B7C3-5409-42B7-B9DC-D7FBB0E83070}" destId="{78815A7C-F403-4168-A0D0-8B095FABF45C}" srcOrd="0" destOrd="0" presId="urn:microsoft.com/office/officeart/2018/2/layout/IconLabelList"/>
    <dgm:cxn modelId="{34FD028E-3723-4EAF-B957-22A76BE30D99}" type="presParOf" srcId="{78815A7C-F403-4168-A0D0-8B095FABF45C}" destId="{C14C0B18-34CA-4732-B709-F14A92D8655B}" srcOrd="0" destOrd="0" presId="urn:microsoft.com/office/officeart/2018/2/layout/IconLabelList"/>
    <dgm:cxn modelId="{701C2AF8-020E-47FC-B74D-5128DAD548D4}" type="presParOf" srcId="{78815A7C-F403-4168-A0D0-8B095FABF45C}" destId="{2EAE631B-CA89-4465-B963-3F8C7DC61689}" srcOrd="1" destOrd="0" presId="urn:microsoft.com/office/officeart/2018/2/layout/IconLabelList"/>
    <dgm:cxn modelId="{01A86FDD-2DB5-4280-B211-5F5B79FBE1A0}" type="presParOf" srcId="{78815A7C-F403-4168-A0D0-8B095FABF45C}" destId="{94103644-66B7-41B1-A75F-9A4A3F993143}" srcOrd="2" destOrd="0" presId="urn:microsoft.com/office/officeart/2018/2/layout/IconLabelList"/>
    <dgm:cxn modelId="{D6880D25-3C5F-4AEC-AE68-A09EEA18BC4C}" type="presParOf" srcId="{6686B7C3-5409-42B7-B9DC-D7FBB0E83070}" destId="{763F32B6-AE10-489E-B967-711BA901B1C8}" srcOrd="1" destOrd="0" presId="urn:microsoft.com/office/officeart/2018/2/layout/IconLabelList"/>
    <dgm:cxn modelId="{66D6027C-1E41-4818-88F4-64670BD3B063}" type="presParOf" srcId="{6686B7C3-5409-42B7-B9DC-D7FBB0E83070}" destId="{B4586B7D-EE90-4402-B0EF-883DBFF7F155}" srcOrd="2" destOrd="0" presId="urn:microsoft.com/office/officeart/2018/2/layout/IconLabelList"/>
    <dgm:cxn modelId="{72E53C97-A496-4CC7-822A-D7CCB5A99AD7}" type="presParOf" srcId="{B4586B7D-EE90-4402-B0EF-883DBFF7F155}" destId="{4E3B6663-4A71-4DA4-B6C0-DC8C57009FAC}" srcOrd="0" destOrd="0" presId="urn:microsoft.com/office/officeart/2018/2/layout/IconLabelList"/>
    <dgm:cxn modelId="{D59E92CD-4242-45BD-B65E-580DB0BF6670}" type="presParOf" srcId="{B4586B7D-EE90-4402-B0EF-883DBFF7F155}" destId="{67A4CEBD-2858-4C44-811A-18EC34C70840}" srcOrd="1" destOrd="0" presId="urn:microsoft.com/office/officeart/2018/2/layout/IconLabelList"/>
    <dgm:cxn modelId="{1C9C28B4-5EE6-4D1E-9486-CECA2079E061}" type="presParOf" srcId="{B4586B7D-EE90-4402-B0EF-883DBFF7F155}" destId="{514E25CA-EAEA-49AA-A783-81984DEDC42E}" srcOrd="2" destOrd="0" presId="urn:microsoft.com/office/officeart/2018/2/layout/IconLabelList"/>
    <dgm:cxn modelId="{71E41A23-3A08-4207-8153-F31D7988DA38}" type="presParOf" srcId="{6686B7C3-5409-42B7-B9DC-D7FBB0E83070}" destId="{ABB75148-6C3A-40C1-A6C8-63A3387B58CC}" srcOrd="3" destOrd="0" presId="urn:microsoft.com/office/officeart/2018/2/layout/IconLabelList"/>
    <dgm:cxn modelId="{AA3970D1-44CC-4A2E-A3D2-67CE152CDA26}" type="presParOf" srcId="{6686B7C3-5409-42B7-B9DC-D7FBB0E83070}" destId="{A80C26F7-B786-41A2-905B-C64764F9E371}" srcOrd="4" destOrd="0" presId="urn:microsoft.com/office/officeart/2018/2/layout/IconLabelList"/>
    <dgm:cxn modelId="{07F603DF-734D-4FE5-8194-F575B5147D43}" type="presParOf" srcId="{A80C26F7-B786-41A2-905B-C64764F9E371}" destId="{256ED05F-CC99-496C-813C-DF7A11993916}" srcOrd="0" destOrd="0" presId="urn:microsoft.com/office/officeart/2018/2/layout/IconLabelList"/>
    <dgm:cxn modelId="{2C69D1AA-4C9C-467D-AFF5-83DCE3A24282}" type="presParOf" srcId="{A80C26F7-B786-41A2-905B-C64764F9E371}" destId="{4781D237-409A-4009-8946-9A98B58D8CEC}" srcOrd="1" destOrd="0" presId="urn:microsoft.com/office/officeart/2018/2/layout/IconLabelList"/>
    <dgm:cxn modelId="{8F30BB96-F6B0-46A6-A40F-95052F4A6B42}" type="presParOf" srcId="{A80C26F7-B786-41A2-905B-C64764F9E371}" destId="{AC24548F-B6DC-4258-A44B-CF210CEBACA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52494-145A-4877-91F9-363B0A2A7B7C}">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5F4DFE-A443-4FA0-8CB6-39024E7D2645}">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D880B6-AEF9-4F0D-A119-525E4133D38A}">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Understanding oneself</a:t>
          </a:r>
        </a:p>
      </dsp:txBody>
      <dsp:txXfrm>
        <a:off x="1819120" y="673"/>
        <a:ext cx="4545103" cy="1574995"/>
      </dsp:txXfrm>
    </dsp:sp>
    <dsp:sp modelId="{99DEEEA5-CD7F-4D2F-8FE5-887A72AEE757}">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D6BD99-6CB2-4533-B310-A0B022649C63}">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8FC52F-0753-4F6A-9FFE-48CC4F71C736}">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Recognizing strengths and weaknesses</a:t>
          </a:r>
        </a:p>
      </dsp:txBody>
      <dsp:txXfrm>
        <a:off x="1819120" y="1969418"/>
        <a:ext cx="4545103" cy="1574995"/>
      </dsp:txXfrm>
    </dsp:sp>
    <dsp:sp modelId="{CC2FFFAE-0D08-4941-A61F-395D5B04002D}">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52E3CA-3ABD-442F-9DF9-1523C935D960}">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604776-B851-48AB-8D65-817D88A1C98D}">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Building self-confidence</a:t>
          </a:r>
        </a:p>
      </dsp:txBody>
      <dsp:txXfrm>
        <a:off x="1819120" y="3938162"/>
        <a:ext cx="4545103" cy="15749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13E078-FE6E-463C-9A2F-267563DA3D0D}">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E37316-CC7F-4A20-A06A-6E3B5E744B6D}">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622364-B3F9-40B0-8E96-D1667E61E1B6}">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100000"/>
            </a:lnSpc>
            <a:spcBef>
              <a:spcPct val="0"/>
            </a:spcBef>
            <a:spcAft>
              <a:spcPct val="35000"/>
            </a:spcAft>
            <a:buNone/>
          </a:pPr>
          <a:r>
            <a:rPr lang="en-US" sz="2500" kern="1200">
              <a:solidFill>
                <a:srgbClr val="000000"/>
              </a:solidFill>
              <a:latin typeface="Aptos"/>
            </a:rPr>
            <a:t>Art of speaking with confidence</a:t>
          </a:r>
        </a:p>
      </dsp:txBody>
      <dsp:txXfrm>
        <a:off x="1819120" y="673"/>
        <a:ext cx="4545103" cy="1574995"/>
      </dsp:txXfrm>
    </dsp:sp>
    <dsp:sp modelId="{4A564C81-4B27-49A9-A612-52CAF1493688}">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DEA292-6116-4737-A007-6CA999F5CC26}">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2A5AE1-FE0E-4821-A287-BA24DFC069D4}">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100000"/>
            </a:lnSpc>
            <a:spcBef>
              <a:spcPct val="0"/>
            </a:spcBef>
            <a:spcAft>
              <a:spcPct val="35000"/>
            </a:spcAft>
            <a:buNone/>
          </a:pPr>
          <a:r>
            <a:rPr lang="en-US" sz="2500" kern="1200">
              <a:latin typeface="Aptos"/>
            </a:rPr>
            <a:t>Listening skills</a:t>
          </a:r>
        </a:p>
      </dsp:txBody>
      <dsp:txXfrm>
        <a:off x="1819120" y="1969418"/>
        <a:ext cx="4545103" cy="1574995"/>
      </dsp:txXfrm>
    </dsp:sp>
    <dsp:sp modelId="{8129A654-8CE1-42C7-8417-6E9E461349C8}">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679CF3-0C5A-4D58-8CCA-D8C5B98E866D}">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F5BB08-8160-4AAD-A64E-0C7C733F7996}">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100000"/>
            </a:lnSpc>
            <a:spcBef>
              <a:spcPct val="0"/>
            </a:spcBef>
            <a:spcAft>
              <a:spcPct val="35000"/>
            </a:spcAft>
            <a:buNone/>
          </a:pPr>
          <a:r>
            <a:rPr lang="en-US" sz="2500" kern="1200">
              <a:latin typeface="Aptos"/>
            </a:rPr>
            <a:t>Non-verbal communication</a:t>
          </a:r>
          <a:endParaRPr lang="en-US" sz="2500" kern="1200"/>
        </a:p>
      </dsp:txBody>
      <dsp:txXfrm>
        <a:off x="1819120" y="3938162"/>
        <a:ext cx="4545103" cy="15749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CEB63-031F-49C9-BC9D-6F5F34F63B84}">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A4A7A8-26B6-4A7E-8FC4-5C823B881F5C}">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5026A3-5062-425C-9311-AD91F159484A}">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Understanding emotions</a:t>
          </a:r>
        </a:p>
      </dsp:txBody>
      <dsp:txXfrm>
        <a:off x="1819120" y="673"/>
        <a:ext cx="4545103" cy="1574995"/>
      </dsp:txXfrm>
    </dsp:sp>
    <dsp:sp modelId="{37039951-0D90-443F-8637-B5D47C994C4B}">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E938BA-5778-4165-8F4C-0FE91849AB08}">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9D63D1-2EC5-4F06-AB77-F5745675FB15}">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Managing stress and anxiety</a:t>
          </a:r>
        </a:p>
      </dsp:txBody>
      <dsp:txXfrm>
        <a:off x="1819120" y="1969418"/>
        <a:ext cx="4545103" cy="1574995"/>
      </dsp:txXfrm>
    </dsp:sp>
    <dsp:sp modelId="{B8555840-7B30-4F30-9F0A-0D8320487151}">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7F7BC6-E1E9-4F2D-AA52-FADC7FDF2922}">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031C42-601C-45CA-8CB0-4781F26174A4}">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Building resilience</a:t>
          </a:r>
        </a:p>
      </dsp:txBody>
      <dsp:txXfrm>
        <a:off x="1819120" y="3938162"/>
        <a:ext cx="4545103" cy="15749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9BD3C3-74B9-4D09-ABF5-7C682F9D5ABE}">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78324D-AE45-44FA-9537-EC1377FC0F34}">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7E9AF9-1389-4CC6-A41A-F7674C8DE814}">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Leadership styles and qualities</a:t>
          </a:r>
        </a:p>
      </dsp:txBody>
      <dsp:txXfrm>
        <a:off x="1819120" y="673"/>
        <a:ext cx="4545103" cy="1574995"/>
      </dsp:txXfrm>
    </dsp:sp>
    <dsp:sp modelId="{1CC9ACE3-72A9-4387-B480-2E6BBE54DF66}">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621C66-557F-4431-A969-32EB8B61C961}">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F7CD75-7196-48AB-B540-927C0D113190}">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Working effectively in teams</a:t>
          </a:r>
        </a:p>
      </dsp:txBody>
      <dsp:txXfrm>
        <a:off x="1819120" y="1969418"/>
        <a:ext cx="4545103" cy="1574995"/>
      </dsp:txXfrm>
    </dsp:sp>
    <dsp:sp modelId="{ABBEEFE9-E745-452D-B248-376F6B49CEC4}">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5BC779-32C3-4B79-894A-2B946F88C172}">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3D83F5-1B52-4A3C-9B5C-A979A9AEEDB5}">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Conflict resolution</a:t>
          </a:r>
        </a:p>
      </dsp:txBody>
      <dsp:txXfrm>
        <a:off x="1819120" y="3938162"/>
        <a:ext cx="4545103" cy="15749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3A90DA-2A34-4F55-8174-CE39017402A4}">
      <dsp:nvSpPr>
        <dsp:cNvPr id="0" name=""/>
        <dsp:cNvSpPr/>
      </dsp:nvSpPr>
      <dsp:spPr>
        <a:xfrm>
          <a:off x="0" y="664"/>
          <a:ext cx="6830568" cy="1554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8A73B3-F863-49C8-BCDE-C8871121AD16}">
      <dsp:nvSpPr>
        <dsp:cNvPr id="0" name=""/>
        <dsp:cNvSpPr/>
      </dsp:nvSpPr>
      <dsp:spPr>
        <a:xfrm>
          <a:off x="470115" y="350336"/>
          <a:ext cx="854755" cy="8547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1D6B12-25E2-4D34-9D90-867AAFB0AB4A}">
      <dsp:nvSpPr>
        <dsp:cNvPr id="0" name=""/>
        <dsp:cNvSpPr/>
      </dsp:nvSpPr>
      <dsp:spPr>
        <a:xfrm>
          <a:off x="1794986" y="664"/>
          <a:ext cx="5035581" cy="155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476" tIns="164476" rIns="164476" bIns="164476" numCol="1" spcCol="1270" anchor="ctr" anchorCtr="0">
          <a:noAutofit/>
        </a:bodyPr>
        <a:lstStyle/>
        <a:p>
          <a:pPr marL="0" lvl="0" indent="0" algn="l" defTabSz="1111250">
            <a:lnSpc>
              <a:spcPct val="100000"/>
            </a:lnSpc>
            <a:spcBef>
              <a:spcPct val="0"/>
            </a:spcBef>
            <a:spcAft>
              <a:spcPct val="35000"/>
            </a:spcAft>
            <a:buNone/>
          </a:pPr>
          <a:r>
            <a:rPr lang="en-US" sz="2500" kern="1200" dirty="0"/>
            <a:t>Prioritizing tasks</a:t>
          </a:r>
        </a:p>
      </dsp:txBody>
      <dsp:txXfrm>
        <a:off x="1794986" y="664"/>
        <a:ext cx="5035581" cy="1554100"/>
      </dsp:txXfrm>
    </dsp:sp>
    <dsp:sp modelId="{A1992530-8DC1-439D-A8BB-D4455EDF5119}">
      <dsp:nvSpPr>
        <dsp:cNvPr id="0" name=""/>
        <dsp:cNvSpPr/>
      </dsp:nvSpPr>
      <dsp:spPr>
        <a:xfrm>
          <a:off x="0" y="1943289"/>
          <a:ext cx="6830568" cy="1554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4A34A2-8851-4DDC-8299-FC94BCB6BE90}">
      <dsp:nvSpPr>
        <dsp:cNvPr id="0" name=""/>
        <dsp:cNvSpPr/>
      </dsp:nvSpPr>
      <dsp:spPr>
        <a:xfrm>
          <a:off x="470115" y="2292962"/>
          <a:ext cx="854755" cy="8547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6A4C99-CC4C-46B8-A144-71EA57074396}">
      <dsp:nvSpPr>
        <dsp:cNvPr id="0" name=""/>
        <dsp:cNvSpPr/>
      </dsp:nvSpPr>
      <dsp:spPr>
        <a:xfrm>
          <a:off x="1794986" y="1943289"/>
          <a:ext cx="5035581" cy="155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476" tIns="164476" rIns="164476" bIns="164476" numCol="1" spcCol="1270" anchor="ctr" anchorCtr="0">
          <a:noAutofit/>
        </a:bodyPr>
        <a:lstStyle/>
        <a:p>
          <a:pPr marL="0" lvl="0" indent="0" algn="l" defTabSz="1111250">
            <a:lnSpc>
              <a:spcPct val="100000"/>
            </a:lnSpc>
            <a:spcBef>
              <a:spcPct val="0"/>
            </a:spcBef>
            <a:spcAft>
              <a:spcPct val="35000"/>
            </a:spcAft>
            <a:buNone/>
          </a:pPr>
          <a:r>
            <a:rPr lang="en-US" sz="2500" kern="1200" dirty="0"/>
            <a:t>Managing distractions</a:t>
          </a:r>
        </a:p>
      </dsp:txBody>
      <dsp:txXfrm>
        <a:off x="1794986" y="1943289"/>
        <a:ext cx="5035581" cy="1554100"/>
      </dsp:txXfrm>
    </dsp:sp>
    <dsp:sp modelId="{51F679C1-05CD-4DE0-A673-CB76372A0327}">
      <dsp:nvSpPr>
        <dsp:cNvPr id="0" name=""/>
        <dsp:cNvSpPr/>
      </dsp:nvSpPr>
      <dsp:spPr>
        <a:xfrm>
          <a:off x="0" y="3885915"/>
          <a:ext cx="6830568" cy="1554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890EAC-3DDC-4D85-8D84-5FA05E6B38B1}">
      <dsp:nvSpPr>
        <dsp:cNvPr id="0" name=""/>
        <dsp:cNvSpPr/>
      </dsp:nvSpPr>
      <dsp:spPr>
        <a:xfrm>
          <a:off x="470115" y="4235587"/>
          <a:ext cx="854755" cy="8547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A332CD-296A-4F14-B15B-5955B2825B02}">
      <dsp:nvSpPr>
        <dsp:cNvPr id="0" name=""/>
        <dsp:cNvSpPr/>
      </dsp:nvSpPr>
      <dsp:spPr>
        <a:xfrm>
          <a:off x="1794986" y="3885915"/>
          <a:ext cx="5035581" cy="155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476" tIns="164476" rIns="164476" bIns="164476" numCol="1" spcCol="1270" anchor="ctr" anchorCtr="0">
          <a:noAutofit/>
        </a:bodyPr>
        <a:lstStyle/>
        <a:p>
          <a:pPr marL="0" lvl="0" indent="0" algn="l" defTabSz="1111250">
            <a:lnSpc>
              <a:spcPct val="100000"/>
            </a:lnSpc>
            <a:spcBef>
              <a:spcPct val="0"/>
            </a:spcBef>
            <a:spcAft>
              <a:spcPct val="35000"/>
            </a:spcAft>
            <a:buNone/>
          </a:pPr>
          <a:r>
            <a:rPr lang="en-US" sz="2500" kern="1200" dirty="0"/>
            <a:t>Study techniques for academic success</a:t>
          </a:r>
        </a:p>
      </dsp:txBody>
      <dsp:txXfrm>
        <a:off x="1794986" y="3885915"/>
        <a:ext cx="5035581" cy="15541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C0B18-34CA-4732-B709-F14A92D8655B}">
      <dsp:nvSpPr>
        <dsp:cNvPr id="0" name=""/>
        <dsp:cNvSpPr/>
      </dsp:nvSpPr>
      <dsp:spPr>
        <a:xfrm>
          <a:off x="1391278" y="367784"/>
          <a:ext cx="867889" cy="8678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103644-66B7-41B1-A75F-9A4A3F993143}">
      <dsp:nvSpPr>
        <dsp:cNvPr id="0" name=""/>
        <dsp:cNvSpPr/>
      </dsp:nvSpPr>
      <dsp:spPr>
        <a:xfrm>
          <a:off x="860901" y="1535231"/>
          <a:ext cx="19286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Setting SMART goals</a:t>
          </a:r>
        </a:p>
      </dsp:txBody>
      <dsp:txXfrm>
        <a:off x="860901" y="1535231"/>
        <a:ext cx="1928643" cy="720000"/>
      </dsp:txXfrm>
    </dsp:sp>
    <dsp:sp modelId="{4E3B6663-4A71-4DA4-B6C0-DC8C57009FAC}">
      <dsp:nvSpPr>
        <dsp:cNvPr id="0" name=""/>
        <dsp:cNvSpPr/>
      </dsp:nvSpPr>
      <dsp:spPr>
        <a:xfrm>
          <a:off x="3657434" y="367784"/>
          <a:ext cx="867889" cy="8678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4E25CA-EAEA-49AA-A783-81984DEDC42E}">
      <dsp:nvSpPr>
        <dsp:cNvPr id="0" name=""/>
        <dsp:cNvSpPr/>
      </dsp:nvSpPr>
      <dsp:spPr>
        <a:xfrm>
          <a:off x="3127057" y="1535231"/>
          <a:ext cx="19286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Staying motivated</a:t>
          </a:r>
        </a:p>
      </dsp:txBody>
      <dsp:txXfrm>
        <a:off x="3127057" y="1535231"/>
        <a:ext cx="1928643" cy="720000"/>
      </dsp:txXfrm>
    </dsp:sp>
    <dsp:sp modelId="{256ED05F-CC99-496C-813C-DF7A11993916}">
      <dsp:nvSpPr>
        <dsp:cNvPr id="0" name=""/>
        <dsp:cNvSpPr/>
      </dsp:nvSpPr>
      <dsp:spPr>
        <a:xfrm>
          <a:off x="2524356" y="2737392"/>
          <a:ext cx="867889" cy="8678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24548F-B6DC-4258-A44B-CF210CEBACA7}">
      <dsp:nvSpPr>
        <dsp:cNvPr id="0" name=""/>
        <dsp:cNvSpPr/>
      </dsp:nvSpPr>
      <dsp:spPr>
        <a:xfrm>
          <a:off x="1993979" y="3904839"/>
          <a:ext cx="19286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Overcoming obstacles</a:t>
          </a:r>
        </a:p>
      </dsp:txBody>
      <dsp:txXfrm>
        <a:off x="1993979" y="3904839"/>
        <a:ext cx="192864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_rels/slide29.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7" name="Rectangle 23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Free photo: Morning, Good Morning, Friendly - Free Image on Pixabay ...">
            <a:extLst>
              <a:ext uri="{FF2B5EF4-FFF2-40B4-BE49-F238E27FC236}">
                <a16:creationId xmlns:a16="http://schemas.microsoft.com/office/drawing/2014/main" id="{DA35677D-3BD1-9F54-30B4-149566989FF5}"/>
              </a:ext>
            </a:extLst>
          </p:cNvPr>
          <p:cNvPicPr>
            <a:picLocks noChangeAspect="1"/>
          </p:cNvPicPr>
          <p:nvPr/>
        </p:nvPicPr>
        <p:blipFill>
          <a:blip r:embed="rId2"/>
          <a:srcRect b="15746"/>
          <a:stretch/>
        </p:blipFill>
        <p:spPr>
          <a:xfrm>
            <a:off x="20" y="1282"/>
            <a:ext cx="12191980" cy="6856718"/>
          </a:xfrm>
          <a:prstGeom prst="rect">
            <a:avLst/>
          </a:prstGeom>
        </p:spPr>
      </p:pic>
    </p:spTree>
    <p:extLst>
      <p:ext uri="{BB962C8B-B14F-4D97-AF65-F5344CB8AC3E}">
        <p14:creationId xmlns:p14="http://schemas.microsoft.com/office/powerpoint/2010/main" val="2111620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54C5-15E3-A489-504A-28F77B6401F8}"/>
              </a:ext>
            </a:extLst>
          </p:cNvPr>
          <p:cNvSpPr>
            <a:spLocks noGrp="1"/>
          </p:cNvSpPr>
          <p:nvPr>
            <p:ph type="title"/>
          </p:nvPr>
        </p:nvSpPr>
        <p:spPr/>
        <p:txBody>
          <a:bodyPr/>
          <a:lstStyle/>
          <a:p>
            <a:r>
              <a:rPr lang="en-US" dirty="0"/>
              <a:t>Objectives of this Meeting</a:t>
            </a:r>
          </a:p>
        </p:txBody>
      </p:sp>
      <p:sp>
        <p:nvSpPr>
          <p:cNvPr id="3" name="Content Placeholder 2">
            <a:extLst>
              <a:ext uri="{FF2B5EF4-FFF2-40B4-BE49-F238E27FC236}">
                <a16:creationId xmlns:a16="http://schemas.microsoft.com/office/drawing/2014/main" id="{0B872926-56EA-EA53-76EB-A0448BD8341E}"/>
              </a:ext>
            </a:extLst>
          </p:cNvPr>
          <p:cNvSpPr>
            <a:spLocks noGrp="1"/>
          </p:cNvSpPr>
          <p:nvPr>
            <p:ph idx="1"/>
          </p:nvPr>
        </p:nvSpPr>
        <p:spPr/>
        <p:txBody>
          <a:bodyPr vert="horz" lIns="91440" tIns="45720" rIns="91440" bIns="45720" rtlCol="0" anchor="t">
            <a:normAutofit/>
          </a:bodyPr>
          <a:lstStyle/>
          <a:p>
            <a:r>
              <a:rPr lang="en-US" dirty="0"/>
              <a:t>Knowing/Understanding programs on Students personality development by </a:t>
            </a:r>
            <a:r>
              <a:rPr lang="en-US" dirty="0" err="1"/>
              <a:t>Tutorrot</a:t>
            </a:r>
            <a:endParaRPr lang="en-US" dirty="0"/>
          </a:p>
          <a:p>
            <a:r>
              <a:rPr lang="en-US" dirty="0"/>
              <a:t>Attrition ratio analysis</a:t>
            </a:r>
          </a:p>
          <a:p>
            <a:r>
              <a:rPr lang="en-US" dirty="0"/>
              <a:t>Long term and Short-term planning</a:t>
            </a:r>
          </a:p>
          <a:p>
            <a:r>
              <a:rPr lang="en-US" dirty="0"/>
              <a:t>Propose Personality development program</a:t>
            </a:r>
          </a:p>
          <a:p>
            <a:r>
              <a:rPr lang="en-US" dirty="0"/>
              <a:t>What next?</a:t>
            </a:r>
          </a:p>
        </p:txBody>
      </p:sp>
    </p:spTree>
    <p:extLst>
      <p:ext uri="{BB962C8B-B14F-4D97-AF65-F5344CB8AC3E}">
        <p14:creationId xmlns:p14="http://schemas.microsoft.com/office/powerpoint/2010/main" val="1962545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72927" y="237282"/>
            <a:ext cx="4978399" cy="2289775"/>
          </a:xfrm>
          <a:prstGeom prst="snip2DiagRect">
            <a:avLst/>
          </a:prstGeom>
          <a:solidFill>
            <a:schemeClr val="bg1"/>
          </a:solidFill>
          <a:ln w="12700">
            <a:solidFill>
              <a:schemeClr val="accent1"/>
            </a:solidFill>
          </a:ln>
        </p:spPr>
        <p:txBody>
          <a:bodyPr anchor="b">
            <a:normAutofit fontScale="90000"/>
          </a:bodyPr>
          <a:lstStyle/>
          <a:p>
            <a:pPr algn="l"/>
            <a:r>
              <a:rPr lang="en-US" sz="5200" b="1">
                <a:latin typeface="Aptos"/>
              </a:rPr>
              <a:t>Personality Development Program</a:t>
            </a:r>
            <a:r>
              <a:rPr lang="en-US" sz="5200">
                <a:latin typeface="Aptos"/>
              </a:rPr>
              <a:t> </a:t>
            </a:r>
          </a:p>
        </p:txBody>
      </p:sp>
      <p:sp>
        <p:nvSpPr>
          <p:cNvPr id="3" name="Subtitle 2"/>
          <p:cNvSpPr>
            <a:spLocks noGrp="1"/>
          </p:cNvSpPr>
          <p:nvPr>
            <p:ph type="subTitle" idx="1"/>
          </p:nvPr>
        </p:nvSpPr>
        <p:spPr>
          <a:xfrm>
            <a:off x="2207398" y="2780964"/>
            <a:ext cx="4978399" cy="3361189"/>
          </a:xfrm>
        </p:spPr>
        <p:txBody>
          <a:bodyPr vert="horz" lIns="91440" tIns="45720" rIns="91440" bIns="45720" rtlCol="0" anchor="t">
            <a:normAutofit/>
          </a:bodyPr>
          <a:lstStyle/>
          <a:p>
            <a:pPr algn="l"/>
            <a:r>
              <a:rPr lang="en-US" b="1" dirty="0"/>
              <a:t>Overview: </a:t>
            </a:r>
            <a:endParaRPr lang="en-US" dirty="0"/>
          </a:p>
          <a:p>
            <a:pPr algn="l"/>
            <a:r>
              <a:rPr lang="en-US" sz="1800" dirty="0"/>
              <a:t>Our Personality Development Program is specifically designed to help school and college students build the skills, confidence, and emotional resilience needed for success in their personal and academic lives. This holistic program focuses on nurturing essential life skills that go beyond academic knowledge, helping students become well-rounded individuals with strong interpersonal abilities, leadership qualities, and self-awareness.</a:t>
            </a:r>
          </a:p>
          <a:p>
            <a:pPr algn="l"/>
            <a:endParaRPr lang="en-US" sz="1800"/>
          </a:p>
        </p:txBody>
      </p:sp>
      <p:pic>
        <p:nvPicPr>
          <p:cNvPr id="7" name="Graphic 6" descr="Head with Gears">
            <a:extLst>
              <a:ext uri="{FF2B5EF4-FFF2-40B4-BE49-F238E27FC236}">
                <a16:creationId xmlns:a16="http://schemas.microsoft.com/office/drawing/2014/main" id="{2F153F14-5E61-5BFA-9CFD-19D08C4360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Head with Gears">
            <a:extLst>
              <a:ext uri="{FF2B5EF4-FFF2-40B4-BE49-F238E27FC236}">
                <a16:creationId xmlns:a16="http://schemas.microsoft.com/office/drawing/2014/main" id="{AB00CB01-CFDC-4D1C-AE9F-5E26E226C9B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
        <p:nvSpPr>
          <p:cNvPr id="4" name="TextBox 3">
            <a:extLst>
              <a:ext uri="{FF2B5EF4-FFF2-40B4-BE49-F238E27FC236}">
                <a16:creationId xmlns:a16="http://schemas.microsoft.com/office/drawing/2014/main" id="{D03F3AA2-6263-014B-DBC0-F5F9A5C9317D}"/>
              </a:ext>
            </a:extLst>
          </p:cNvPr>
          <p:cNvSpPr txBox="1"/>
          <p:nvPr/>
        </p:nvSpPr>
        <p:spPr>
          <a:xfrm>
            <a:off x="7193011" y="5563822"/>
            <a:ext cx="4396296" cy="1123712"/>
          </a:xfrm>
          <a:prstGeom prst="roundRect">
            <a:avLst/>
          </a:prstGeom>
          <a:solidFill>
            <a:schemeClr val="bg1"/>
          </a:solidFill>
          <a:ln>
            <a:solidFill>
              <a:schemeClr val="tx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By </a:t>
            </a:r>
            <a:r>
              <a:rPr lang="en-US" sz="2800" dirty="0"/>
              <a:t>Vallabha H </a:t>
            </a:r>
            <a:r>
              <a:rPr lang="en-US" sz="2800"/>
              <a:t>Deshpande</a:t>
            </a:r>
            <a:endParaRPr lang="en-US" sz="2800" dirty="0"/>
          </a:p>
          <a:p>
            <a:r>
              <a:rPr lang="en-US" sz="1400" dirty="0"/>
              <a:t>                         </a:t>
            </a:r>
            <a:r>
              <a:rPr lang="en-US" sz="1600" dirty="0"/>
              <a:t>  </a:t>
            </a:r>
          </a:p>
          <a:p>
            <a:r>
              <a:rPr lang="en-US" sz="1600" dirty="0"/>
              <a:t>                               Mentor, Coach, Trainer</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B0A6B7-27CC-7BCC-4B43-8B85054F24B4}"/>
              </a:ext>
            </a:extLst>
          </p:cNvPr>
          <p:cNvSpPr>
            <a:spLocks noGrp="1"/>
          </p:cNvSpPr>
          <p:nvPr>
            <p:ph type="title"/>
          </p:nvPr>
        </p:nvSpPr>
        <p:spPr>
          <a:xfrm>
            <a:off x="686834" y="1153572"/>
            <a:ext cx="3200400" cy="4461163"/>
          </a:xfrm>
        </p:spPr>
        <p:txBody>
          <a:bodyPr>
            <a:normAutofit/>
          </a:bodyPr>
          <a:lstStyle/>
          <a:p>
            <a:r>
              <a:rPr lang="en-US" b="1" dirty="0">
                <a:solidFill>
                  <a:srgbClr val="FFFFFF"/>
                </a:solidFill>
                <a:latin typeface="Aptos"/>
              </a:rPr>
              <a:t>Program Objectives:</a:t>
            </a:r>
            <a:r>
              <a:rPr lang="en-US" dirty="0">
                <a:solidFill>
                  <a:srgbClr val="FFFFFF"/>
                </a:solidFill>
                <a:latin typeface="Aptos"/>
              </a:rPr>
              <a:t> </a:t>
            </a:r>
          </a:p>
        </p:txBody>
      </p:sp>
      <p:sp>
        <p:nvSpPr>
          <p:cNvPr id="28" name="Content Placeholder 2">
            <a:extLst>
              <a:ext uri="{FF2B5EF4-FFF2-40B4-BE49-F238E27FC236}">
                <a16:creationId xmlns:a16="http://schemas.microsoft.com/office/drawing/2014/main" id="{6B6DD59A-C633-0721-1CBD-A68446BEC697}"/>
              </a:ext>
            </a:extLst>
          </p:cNvPr>
          <p:cNvSpPr>
            <a:spLocks noGrp="1"/>
          </p:cNvSpPr>
          <p:nvPr>
            <p:ph idx="1"/>
          </p:nvPr>
        </p:nvSpPr>
        <p:spPr>
          <a:xfrm>
            <a:off x="4160180" y="-667610"/>
            <a:ext cx="7668488" cy="8059354"/>
          </a:xfrm>
        </p:spPr>
        <p:txBody>
          <a:bodyPr vert="horz" lIns="91440" tIns="45720" rIns="91440" bIns="45720" rtlCol="0" anchor="ctr">
            <a:normAutofit/>
          </a:bodyPr>
          <a:lstStyle/>
          <a:p>
            <a:pPr marL="0" indent="0">
              <a:buNone/>
            </a:pPr>
            <a:r>
              <a:rPr lang="en-US" sz="1500" dirty="0"/>
              <a:t>1. </a:t>
            </a:r>
            <a:r>
              <a:rPr lang="en-US" sz="1600" b="1" dirty="0"/>
              <a:t>Boost Confidence and Self-Esteem</a:t>
            </a:r>
            <a:r>
              <a:rPr lang="en-US" sz="1500" dirty="0"/>
              <a:t>: Empower students to believe in themselves, embrace their strengths, and work on areas of improvement.</a:t>
            </a:r>
            <a:endParaRPr lang="en-US"/>
          </a:p>
          <a:p>
            <a:pPr marL="0" indent="0">
              <a:buNone/>
            </a:pPr>
            <a:r>
              <a:rPr lang="en-US" sz="1500" dirty="0"/>
              <a:t>2.</a:t>
            </a:r>
            <a:r>
              <a:rPr lang="en-US" sz="1500" b="1" dirty="0"/>
              <a:t> </a:t>
            </a:r>
            <a:r>
              <a:rPr lang="en-US" sz="1600" b="1" dirty="0"/>
              <a:t>Improve Communication Skills</a:t>
            </a:r>
            <a:r>
              <a:rPr lang="en-US" sz="1500" b="1" dirty="0"/>
              <a:t>:</a:t>
            </a:r>
            <a:r>
              <a:rPr lang="en-US" sz="1500" dirty="0"/>
              <a:t> Enhance verbal and non-verbal communication through interactive activities, ensuring students can express themselves clearly and effectively.</a:t>
            </a:r>
          </a:p>
          <a:p>
            <a:pPr marL="0" indent="0">
              <a:buNone/>
            </a:pPr>
            <a:r>
              <a:rPr lang="en-US" sz="1500" dirty="0"/>
              <a:t>3.</a:t>
            </a:r>
            <a:r>
              <a:rPr lang="en-US" sz="1500" b="1" dirty="0"/>
              <a:t> </a:t>
            </a:r>
            <a:r>
              <a:rPr lang="en-US" sz="1600" b="1" dirty="0"/>
              <a:t>Build Emotional Intelligence (EQ)</a:t>
            </a:r>
            <a:r>
              <a:rPr lang="en-US" sz="1500" dirty="0"/>
              <a:t>: Teach students to understand and manage their emotions, develop empathy, and foster healthy relationships.</a:t>
            </a:r>
          </a:p>
          <a:p>
            <a:pPr marL="0" indent="0">
              <a:buNone/>
            </a:pPr>
            <a:r>
              <a:rPr lang="en-US" sz="1500" dirty="0"/>
              <a:t>4. </a:t>
            </a:r>
            <a:r>
              <a:rPr lang="en-US" sz="1600" b="1" dirty="0"/>
              <a:t>Foster Leadership and Teamwork</a:t>
            </a:r>
            <a:r>
              <a:rPr lang="en-US" sz="1500" dirty="0"/>
              <a:t>: Encourage leadership qualities and the ability to work collaboratively in group settings, helping students become proactive and responsible.</a:t>
            </a:r>
          </a:p>
          <a:p>
            <a:pPr marL="0" indent="0">
              <a:buNone/>
            </a:pPr>
            <a:r>
              <a:rPr lang="en-US" sz="1500" dirty="0"/>
              <a:t>5. </a:t>
            </a:r>
            <a:r>
              <a:rPr lang="en-US" sz="1600" b="1" dirty="0"/>
              <a:t>Develop Time Management and Goalsetting skills</a:t>
            </a:r>
            <a:r>
              <a:rPr lang="en-US" sz="1500" dirty="0"/>
              <a:t>: Provide strategies for effective time management and goal setting to help students balance academics, extracurriculars, and personal interests.</a:t>
            </a:r>
          </a:p>
          <a:p>
            <a:pPr marL="0" indent="0">
              <a:buNone/>
            </a:pPr>
            <a:r>
              <a:rPr lang="en-US" sz="1500" dirty="0"/>
              <a:t>6. </a:t>
            </a:r>
            <a:r>
              <a:rPr lang="en-US" sz="1600" b="1" dirty="0"/>
              <a:t>Enhance Decision-Making and Problem-Solving Skills</a:t>
            </a:r>
            <a:r>
              <a:rPr lang="en-US" sz="1500" b="1" dirty="0"/>
              <a:t>:</a:t>
            </a:r>
            <a:r>
              <a:rPr lang="en-US" sz="1500" dirty="0"/>
              <a:t> Equip students with the tools to make informed decisions, think critically, and solve problems effectively.</a:t>
            </a:r>
          </a:p>
          <a:p>
            <a:pPr marL="0" indent="0">
              <a:buNone/>
            </a:pPr>
            <a:r>
              <a:rPr lang="en-US" sz="1500" dirty="0"/>
              <a:t>7. </a:t>
            </a:r>
            <a:r>
              <a:rPr lang="en-US" sz="1600" b="1" dirty="0"/>
              <a:t>Create a Positive Mindset and Attitude</a:t>
            </a:r>
            <a:r>
              <a:rPr lang="en-US" sz="1500" b="1" dirty="0"/>
              <a:t>:</a:t>
            </a:r>
            <a:r>
              <a:rPr lang="en-US" sz="1500" dirty="0"/>
              <a:t> Promote optimism, resilience, and a growth mindset, ensuring students can cope with challenges and maintain a positive outlook on life.</a:t>
            </a:r>
          </a:p>
          <a:p>
            <a:pPr marL="0" indent="0">
              <a:buNone/>
            </a:pPr>
            <a:r>
              <a:rPr lang="en-US" sz="1500" dirty="0"/>
              <a:t>8. </a:t>
            </a:r>
            <a:r>
              <a:rPr lang="en-US" sz="1600" b="1" dirty="0"/>
              <a:t>Career and Professional Readiness</a:t>
            </a:r>
            <a:r>
              <a:rPr lang="en-US" sz="1500" dirty="0"/>
              <a:t>: Offer guidance on career planning, interview preparation, and professional etiquette to prepare students for the future.</a:t>
            </a:r>
          </a:p>
        </p:txBody>
      </p:sp>
    </p:spTree>
    <p:extLst>
      <p:ext uri="{BB962C8B-B14F-4D97-AF65-F5344CB8AC3E}">
        <p14:creationId xmlns:p14="http://schemas.microsoft.com/office/powerpoint/2010/main" val="2230952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1. Emotional Intelligence (EQ): </a:t>
            </a:r>
            <a:endParaRPr lang="en-US" b="1"/>
          </a:p>
          <a:p>
            <a:pPr marL="0" indent="0" algn="ctr">
              <a:buNone/>
            </a:pPr>
            <a:r>
              <a:rPr lang="en-US" sz="2400" dirty="0"/>
              <a:t>While academic intelligence (IQ) is often prioritized, the ability to understand, manage, and express emotions effectively is equally crucial. EQ helps with empathy, emotional regulation, and relationship management.</a:t>
            </a:r>
            <a:endParaRPr lang="en-US" dirty="0"/>
          </a:p>
        </p:txBody>
      </p:sp>
    </p:spTree>
    <p:extLst>
      <p:ext uri="{BB962C8B-B14F-4D97-AF65-F5344CB8AC3E}">
        <p14:creationId xmlns:p14="http://schemas.microsoft.com/office/powerpoint/2010/main" val="336461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2. Critical Thinking and Problem-Solving: </a:t>
            </a:r>
            <a:endParaRPr lang="en-US" b="1"/>
          </a:p>
          <a:p>
            <a:pPr marL="0" indent="0" algn="ctr">
              <a:buNone/>
            </a:pPr>
            <a:r>
              <a:rPr lang="en-US" sz="2400" dirty="0"/>
              <a:t>Many students are not taught how to analyze situations, identify potential solutions, or make well-reasoned decisions. These skills are essential for tackling real-life challenges and adapting to unexpected situations.</a:t>
            </a:r>
            <a:endParaRPr lang="en-US"/>
          </a:p>
        </p:txBody>
      </p:sp>
    </p:spTree>
    <p:extLst>
      <p:ext uri="{BB962C8B-B14F-4D97-AF65-F5344CB8AC3E}">
        <p14:creationId xmlns:p14="http://schemas.microsoft.com/office/powerpoint/2010/main" val="1018776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dirty="0">
                <a:latin typeface="Aptos"/>
              </a:rPr>
              <a:t>Vital life skills that are often overlooked in traditional education include</a:t>
            </a:r>
            <a:r>
              <a:rPr lang="en-US" sz="3800" dirty="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3. Financial Literacy: </a:t>
            </a:r>
            <a:endParaRPr lang="en-US" b="1"/>
          </a:p>
          <a:p>
            <a:pPr marL="0" indent="0" algn="ctr">
              <a:buNone/>
            </a:pPr>
            <a:r>
              <a:rPr lang="en-US" sz="2400" dirty="0"/>
              <a:t>Basic financial skills, such as budgeting, saving, managing debt, and understanding credit, are rarely covered in-depth. Financial literacy is fundamental for responsible and independent adulthood.</a:t>
            </a:r>
            <a:endParaRPr lang="en-US"/>
          </a:p>
        </p:txBody>
      </p:sp>
    </p:spTree>
    <p:extLst>
      <p:ext uri="{BB962C8B-B14F-4D97-AF65-F5344CB8AC3E}">
        <p14:creationId xmlns:p14="http://schemas.microsoft.com/office/powerpoint/2010/main" val="2574804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4. Time Management and Organization:</a:t>
            </a:r>
            <a:r>
              <a:rPr lang="en-US" sz="2400" dirty="0"/>
              <a:t> </a:t>
            </a:r>
            <a:endParaRPr lang="en-US"/>
          </a:p>
          <a:p>
            <a:pPr marL="0" indent="0" algn="ctr">
              <a:buNone/>
            </a:pPr>
            <a:r>
              <a:rPr lang="en-US" sz="2400" dirty="0"/>
              <a:t>While assignments and deadlines are a part of school, the actual skills to prioritize tasks, manage time effectively, and organize daily schedules often go untaught, leaving many students unprepared for independent life.</a:t>
            </a:r>
            <a:endParaRPr lang="en-US"/>
          </a:p>
        </p:txBody>
      </p:sp>
    </p:spTree>
    <p:extLst>
      <p:ext uri="{BB962C8B-B14F-4D97-AF65-F5344CB8AC3E}">
        <p14:creationId xmlns:p14="http://schemas.microsoft.com/office/powerpoint/2010/main" val="2482787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5. Communication Skills: </a:t>
            </a:r>
            <a:endParaRPr lang="en-US" b="1"/>
          </a:p>
          <a:p>
            <a:pPr marL="0" indent="0" algn="ctr">
              <a:buNone/>
            </a:pPr>
            <a:r>
              <a:rPr lang="en-US" sz="2400" dirty="0"/>
              <a:t>Beyond basic reading and writing, interpersonal communication skills, such as active listening, public speaking, assertiveness, and conflict resolution, are essential but often neglected.</a:t>
            </a:r>
            <a:endParaRPr lang="en-US"/>
          </a:p>
        </p:txBody>
      </p:sp>
    </p:spTree>
    <p:extLst>
      <p:ext uri="{BB962C8B-B14F-4D97-AF65-F5344CB8AC3E}">
        <p14:creationId xmlns:p14="http://schemas.microsoft.com/office/powerpoint/2010/main" val="4292788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6. Self-Discipline and Goal Setting:</a:t>
            </a:r>
            <a:r>
              <a:rPr lang="en-US" sz="2400" dirty="0"/>
              <a:t> </a:t>
            </a:r>
            <a:endParaRPr lang="en-US"/>
          </a:p>
          <a:p>
            <a:pPr marL="0" indent="0" algn="ctr">
              <a:buNone/>
            </a:pPr>
            <a:r>
              <a:rPr lang="en-US" sz="2400" dirty="0"/>
              <a:t>Schools emphasize achievement but may not provide tools for setting personal goals, staying motivated, or cultivating self-discipline to accomplish them over time.</a:t>
            </a:r>
            <a:endParaRPr lang="en-US"/>
          </a:p>
        </p:txBody>
      </p:sp>
    </p:spTree>
    <p:extLst>
      <p:ext uri="{BB962C8B-B14F-4D97-AF65-F5344CB8AC3E}">
        <p14:creationId xmlns:p14="http://schemas.microsoft.com/office/powerpoint/2010/main" val="66439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7. Adaptability and Resilience: </a:t>
            </a:r>
            <a:endParaRPr lang="en-US" b="1"/>
          </a:p>
          <a:p>
            <a:pPr marL="0" indent="0" algn="ctr">
              <a:buNone/>
            </a:pPr>
            <a:r>
              <a:rPr lang="en-US" sz="2400" dirty="0"/>
              <a:t>The ability to handle failure, manage stress, and bounce back from setbacks is crucial for personal and professional success. This is often not a core focus in academic environments</a:t>
            </a:r>
            <a:endParaRPr lang="en-US"/>
          </a:p>
        </p:txBody>
      </p:sp>
    </p:spTree>
    <p:extLst>
      <p:ext uri="{BB962C8B-B14F-4D97-AF65-F5344CB8AC3E}">
        <p14:creationId xmlns:p14="http://schemas.microsoft.com/office/powerpoint/2010/main" val="3408986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8. Mindfulness and Stress Management: </a:t>
            </a:r>
            <a:endParaRPr lang="en-US" b="1"/>
          </a:p>
          <a:p>
            <a:pPr marL="0" indent="0" algn="ctr">
              <a:buNone/>
            </a:pPr>
            <a:r>
              <a:rPr lang="en-US" sz="2400" dirty="0"/>
              <a:t>Techniques for managing stress, mindfulness, and mental well-being are rarely taught, despite their importance in maintaining emotional health, focus, and productivity.</a:t>
            </a:r>
            <a:endParaRPr lang="en-US"/>
          </a:p>
        </p:txBody>
      </p:sp>
    </p:spTree>
    <p:extLst>
      <p:ext uri="{BB962C8B-B14F-4D97-AF65-F5344CB8AC3E}">
        <p14:creationId xmlns:p14="http://schemas.microsoft.com/office/powerpoint/2010/main" val="2238801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9. Basic Home and Health Management:</a:t>
            </a:r>
            <a:r>
              <a:rPr lang="en-US" sz="2400" dirty="0"/>
              <a:t> </a:t>
            </a:r>
          </a:p>
          <a:p>
            <a:pPr marL="0" indent="0" algn="ctr">
              <a:buNone/>
            </a:pPr>
            <a:r>
              <a:rPr lang="en-US" sz="2400" dirty="0"/>
              <a:t>Practical skills like cooking, basic first aid, and household management are necessary for self-sufficiency and overall well-being.</a:t>
            </a:r>
          </a:p>
        </p:txBody>
      </p:sp>
    </p:spTree>
    <p:extLst>
      <p:ext uri="{BB962C8B-B14F-4D97-AF65-F5344CB8AC3E}">
        <p14:creationId xmlns:p14="http://schemas.microsoft.com/office/powerpoint/2010/main" val="1135704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10. Cultural Awareness and Diversity:</a:t>
            </a:r>
          </a:p>
          <a:p>
            <a:pPr marL="0" indent="0" algn="ctr">
              <a:buNone/>
            </a:pPr>
            <a:r>
              <a:rPr lang="en-US" sz="2400" dirty="0"/>
              <a:t>While students may learn about history and global events, practical skills for navigating diverse social environments with cultural sensitivity and understanding are often missing.</a:t>
            </a:r>
          </a:p>
        </p:txBody>
      </p:sp>
    </p:spTree>
    <p:extLst>
      <p:ext uri="{BB962C8B-B14F-4D97-AF65-F5344CB8AC3E}">
        <p14:creationId xmlns:p14="http://schemas.microsoft.com/office/powerpoint/2010/main" val="4210674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11. Digital Literacy and Responsible Technology Use: </a:t>
            </a:r>
          </a:p>
          <a:p>
            <a:pPr marL="0" indent="0" algn="ctr">
              <a:buNone/>
            </a:pPr>
            <a:r>
              <a:rPr lang="en-US" sz="2400" dirty="0"/>
              <a:t>In a tech-driven world, digital literacy (beyond basic computer skills) and responsible internet use, including online safety and media literacy, are essential yet frequently overlooked.</a:t>
            </a:r>
          </a:p>
        </p:txBody>
      </p:sp>
    </p:spTree>
    <p:extLst>
      <p:ext uri="{BB962C8B-B14F-4D97-AF65-F5344CB8AC3E}">
        <p14:creationId xmlns:p14="http://schemas.microsoft.com/office/powerpoint/2010/main" val="825105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7AB44-13AB-2704-E6DA-7C716883BC10}"/>
              </a:ext>
            </a:extLst>
          </p:cNvPr>
          <p:cNvSpPr>
            <a:spLocks noGrp="1"/>
          </p:cNvSpPr>
          <p:nvPr>
            <p:ph type="title"/>
          </p:nvPr>
        </p:nvSpPr>
        <p:spPr>
          <a:xfrm>
            <a:off x="808638" y="386930"/>
            <a:ext cx="9236700" cy="1188950"/>
          </a:xfrm>
        </p:spPr>
        <p:txBody>
          <a:bodyPr anchor="b">
            <a:normAutofit/>
          </a:bodyPr>
          <a:lstStyle/>
          <a:p>
            <a:r>
              <a:rPr lang="en-US" sz="3800" b="1">
                <a:latin typeface="Aptos"/>
              </a:rPr>
              <a:t>Vital life skills that are often overlooked in traditional education include</a:t>
            </a:r>
            <a:r>
              <a:rPr lang="en-US" sz="3800">
                <a:latin typeface="Aptos"/>
              </a:rPr>
              <a:t>:</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D0D8AA-AEAA-2D16-3833-4A5891DF13C3}"/>
              </a:ext>
            </a:extLst>
          </p:cNvPr>
          <p:cNvSpPr>
            <a:spLocks noGrp="1"/>
          </p:cNvSpPr>
          <p:nvPr>
            <p:ph idx="1"/>
          </p:nvPr>
        </p:nvSpPr>
        <p:spPr>
          <a:xfrm>
            <a:off x="793660" y="2599509"/>
            <a:ext cx="10143668" cy="3435531"/>
          </a:xfrm>
        </p:spPr>
        <p:txBody>
          <a:bodyPr vert="horz" lIns="91440" tIns="45720" rIns="91440" bIns="45720" rtlCol="0" anchor="ctr">
            <a:normAutofit/>
          </a:bodyPr>
          <a:lstStyle/>
          <a:p>
            <a:pPr marL="0" indent="0" algn="ctr">
              <a:buNone/>
            </a:pPr>
            <a:r>
              <a:rPr lang="en-US" sz="2400" b="1" dirty="0"/>
              <a:t>12. Environmental Responsibility:</a:t>
            </a:r>
          </a:p>
          <a:p>
            <a:pPr marL="0" indent="0" algn="ctr">
              <a:buNone/>
            </a:pPr>
            <a:r>
              <a:rPr lang="en-US" sz="2400" dirty="0"/>
              <a:t>Sustainable practices, resource conservation, and awareness of environmental issues are crucial life skills for the future but may be minimally integrated into standard curriculums. </a:t>
            </a:r>
          </a:p>
        </p:txBody>
      </p:sp>
    </p:spTree>
    <p:extLst>
      <p:ext uri="{BB962C8B-B14F-4D97-AF65-F5344CB8AC3E}">
        <p14:creationId xmlns:p14="http://schemas.microsoft.com/office/powerpoint/2010/main" val="1073038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5C5960-2872-50E0-AC9F-0B318CAB58D9}"/>
              </a:ext>
            </a:extLst>
          </p:cNvPr>
          <p:cNvSpPr>
            <a:spLocks noGrp="1"/>
          </p:cNvSpPr>
          <p:nvPr>
            <p:ph type="title"/>
          </p:nvPr>
        </p:nvSpPr>
        <p:spPr>
          <a:xfrm>
            <a:off x="1285240" y="1050595"/>
            <a:ext cx="8074815" cy="1618489"/>
          </a:xfrm>
        </p:spPr>
        <p:txBody>
          <a:bodyPr anchor="ctr">
            <a:normAutofit/>
          </a:bodyPr>
          <a:lstStyle/>
          <a:p>
            <a:r>
              <a:rPr lang="en-US" sz="7200" b="1">
                <a:latin typeface="Aptos"/>
              </a:rPr>
              <a:t>Program Structure: </a:t>
            </a:r>
            <a:endParaRPr lang="en-US" sz="7200"/>
          </a:p>
        </p:txBody>
      </p:sp>
      <p:sp>
        <p:nvSpPr>
          <p:cNvPr id="3" name="Content Placeholder 2">
            <a:extLst>
              <a:ext uri="{FF2B5EF4-FFF2-40B4-BE49-F238E27FC236}">
                <a16:creationId xmlns:a16="http://schemas.microsoft.com/office/drawing/2014/main" id="{D6D7B139-3C2A-012E-F098-24124C0B210A}"/>
              </a:ext>
            </a:extLst>
          </p:cNvPr>
          <p:cNvSpPr>
            <a:spLocks noGrp="1"/>
          </p:cNvSpPr>
          <p:nvPr>
            <p:ph idx="1"/>
          </p:nvPr>
        </p:nvSpPr>
        <p:spPr>
          <a:xfrm>
            <a:off x="1285240" y="2969469"/>
            <a:ext cx="8074815" cy="2800395"/>
          </a:xfrm>
        </p:spPr>
        <p:txBody>
          <a:bodyPr vert="horz" lIns="91440" tIns="45720" rIns="91440" bIns="45720" rtlCol="0" anchor="t">
            <a:normAutofit/>
          </a:bodyPr>
          <a:lstStyle/>
          <a:p>
            <a:r>
              <a:rPr lang="en-US" sz="2400"/>
              <a:t>The program is divided into modules that cover different aspects of personality development. Each module is designed to be interactive, with a mix of lectures, group discussions, role-plays, and hands-on activities.</a:t>
            </a:r>
          </a:p>
        </p:txBody>
      </p:sp>
    </p:spTree>
    <p:extLst>
      <p:ext uri="{BB962C8B-B14F-4D97-AF65-F5344CB8AC3E}">
        <p14:creationId xmlns:p14="http://schemas.microsoft.com/office/powerpoint/2010/main" val="762711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7DA38C-7872-9AC6-8C07-D96A27E96AFF}"/>
              </a:ext>
            </a:extLst>
          </p:cNvPr>
          <p:cNvSpPr>
            <a:spLocks noGrp="1"/>
          </p:cNvSpPr>
          <p:nvPr>
            <p:ph type="title"/>
          </p:nvPr>
        </p:nvSpPr>
        <p:spPr>
          <a:xfrm>
            <a:off x="621792" y="1161288"/>
            <a:ext cx="3602736" cy="4526280"/>
          </a:xfrm>
        </p:spPr>
        <p:txBody>
          <a:bodyPr>
            <a:normAutofit/>
          </a:bodyPr>
          <a:lstStyle/>
          <a:p>
            <a:r>
              <a:rPr lang="en-US" sz="4000">
                <a:latin typeface="Aptos"/>
              </a:rPr>
              <a:t>1. Self-Awareness and Personal Growth </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D389B76-1232-D53B-5518-B97B68DD22B0}"/>
              </a:ext>
            </a:extLst>
          </p:cNvPr>
          <p:cNvGraphicFramePr>
            <a:graphicFrameLocks noGrp="1"/>
          </p:cNvGraphicFramePr>
          <p:nvPr>
            <p:ph idx="1"/>
            <p:extLst>
              <p:ext uri="{D42A27DB-BD31-4B8C-83A1-F6EECF244321}">
                <p14:modId xmlns:p14="http://schemas.microsoft.com/office/powerpoint/2010/main" val="429346538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99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Freeform: Shape 28">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7DA38C-7872-9AC6-8C07-D96A27E96AFF}"/>
              </a:ext>
            </a:extLst>
          </p:cNvPr>
          <p:cNvSpPr>
            <a:spLocks noGrp="1"/>
          </p:cNvSpPr>
          <p:nvPr>
            <p:ph type="title"/>
          </p:nvPr>
        </p:nvSpPr>
        <p:spPr>
          <a:xfrm>
            <a:off x="621792" y="1161288"/>
            <a:ext cx="3746301" cy="4526280"/>
          </a:xfrm>
        </p:spPr>
        <p:txBody>
          <a:bodyPr>
            <a:normAutofit/>
          </a:bodyPr>
          <a:lstStyle/>
          <a:p>
            <a:r>
              <a:rPr lang="en-US" sz="4000" dirty="0">
                <a:latin typeface="Aptos"/>
              </a:rPr>
              <a:t>2. Effective Communication and Public Speaking </a:t>
            </a:r>
          </a:p>
        </p:txBody>
      </p:sp>
      <p:sp>
        <p:nvSpPr>
          <p:cNvPr id="31" name="Rectangle 30">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D389B76-1232-D53B-5518-B97B68DD22B0}"/>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0907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64AB7E-E5CF-551A-1F4E-407C74E2B7E0}"/>
              </a:ext>
            </a:extLst>
          </p:cNvPr>
          <p:cNvSpPr>
            <a:spLocks noGrp="1"/>
          </p:cNvSpPr>
          <p:nvPr>
            <p:ph type="title"/>
          </p:nvPr>
        </p:nvSpPr>
        <p:spPr>
          <a:xfrm>
            <a:off x="621792" y="1161288"/>
            <a:ext cx="3602736" cy="4526280"/>
          </a:xfrm>
        </p:spPr>
        <p:txBody>
          <a:bodyPr>
            <a:normAutofit/>
          </a:bodyPr>
          <a:lstStyle/>
          <a:p>
            <a:r>
              <a:rPr lang="en-US" sz="4000">
                <a:latin typeface="Aptos"/>
              </a:rPr>
              <a:t>3. Emotional Intelligence and Stress Management </a:t>
            </a:r>
            <a:endParaRPr lang="en-US"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FB2FCCB-994F-2BAC-23A5-8112C126CD64}"/>
              </a:ext>
            </a:extLst>
          </p:cNvPr>
          <p:cNvGraphicFramePr>
            <a:graphicFrameLocks noGrp="1"/>
          </p:cNvGraphicFramePr>
          <p:nvPr>
            <p:ph idx="1"/>
            <p:extLst>
              <p:ext uri="{D42A27DB-BD31-4B8C-83A1-F6EECF244321}">
                <p14:modId xmlns:p14="http://schemas.microsoft.com/office/powerpoint/2010/main" val="280280212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170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7258CB-B978-1C15-1967-5A6113AA0872}"/>
              </a:ext>
            </a:extLst>
          </p:cNvPr>
          <p:cNvSpPr>
            <a:spLocks noGrp="1"/>
          </p:cNvSpPr>
          <p:nvPr>
            <p:ph type="title"/>
          </p:nvPr>
        </p:nvSpPr>
        <p:spPr>
          <a:xfrm>
            <a:off x="621792" y="1161288"/>
            <a:ext cx="3602736" cy="4526280"/>
          </a:xfrm>
        </p:spPr>
        <p:txBody>
          <a:bodyPr>
            <a:normAutofit/>
          </a:bodyPr>
          <a:lstStyle/>
          <a:p>
            <a:r>
              <a:rPr lang="en-US" sz="4000">
                <a:latin typeface="Aptos"/>
              </a:rPr>
              <a:t>4. Leadership and Teamwork .</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51741342-7819-05FD-E2A5-69A09A6CFE7A}"/>
              </a:ext>
            </a:extLst>
          </p:cNvPr>
          <p:cNvGraphicFramePr>
            <a:graphicFrameLocks noGrp="1"/>
          </p:cNvGraphicFramePr>
          <p:nvPr>
            <p:ph idx="1"/>
            <p:extLst>
              <p:ext uri="{D42A27DB-BD31-4B8C-83A1-F6EECF244321}">
                <p14:modId xmlns:p14="http://schemas.microsoft.com/office/powerpoint/2010/main" val="298709464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5757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7258CB-B978-1C15-1967-5A6113AA0872}"/>
              </a:ext>
            </a:extLst>
          </p:cNvPr>
          <p:cNvSpPr>
            <a:spLocks noGrp="1"/>
          </p:cNvSpPr>
          <p:nvPr>
            <p:ph type="title"/>
          </p:nvPr>
        </p:nvSpPr>
        <p:spPr>
          <a:xfrm>
            <a:off x="621792" y="1161288"/>
            <a:ext cx="3602736" cy="4526280"/>
          </a:xfrm>
        </p:spPr>
        <p:txBody>
          <a:bodyPr>
            <a:normAutofit/>
          </a:bodyPr>
          <a:lstStyle/>
          <a:p>
            <a:r>
              <a:rPr lang="en-US" sz="4000" dirty="0">
                <a:latin typeface="Aptos"/>
              </a:rPr>
              <a:t>5. Time Management and Study Skills </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2" name="Content Placeholder 2">
            <a:extLst>
              <a:ext uri="{FF2B5EF4-FFF2-40B4-BE49-F238E27FC236}">
                <a16:creationId xmlns:a16="http://schemas.microsoft.com/office/drawing/2014/main" id="{7D3B8ED5-0A63-589E-D3A5-930ECFC0A06E}"/>
              </a:ext>
            </a:extLst>
          </p:cNvPr>
          <p:cNvGraphicFramePr>
            <a:graphicFrameLocks/>
          </p:cNvGraphicFramePr>
          <p:nvPr>
            <p:extLst>
              <p:ext uri="{D42A27DB-BD31-4B8C-83A1-F6EECF244321}">
                <p14:modId xmlns:p14="http://schemas.microsoft.com/office/powerpoint/2010/main" val="2548634105"/>
              </p:ext>
            </p:extLst>
          </p:nvPr>
        </p:nvGraphicFramePr>
        <p:xfrm>
          <a:off x="5113226" y="748902"/>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482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54ADE7-9BCA-3A17-CDBB-15815BEBEB81}"/>
              </a:ext>
            </a:extLst>
          </p:cNvPr>
          <p:cNvSpPr>
            <a:spLocks noGrp="1"/>
          </p:cNvSpPr>
          <p:nvPr>
            <p:ph type="title"/>
          </p:nvPr>
        </p:nvSpPr>
        <p:spPr>
          <a:xfrm>
            <a:off x="621792" y="1161288"/>
            <a:ext cx="3602736" cy="4526280"/>
          </a:xfrm>
        </p:spPr>
        <p:txBody>
          <a:bodyPr>
            <a:normAutofit/>
          </a:bodyPr>
          <a:lstStyle/>
          <a:p>
            <a:r>
              <a:rPr lang="en-US" sz="4000">
                <a:latin typeface="Aptos"/>
              </a:rPr>
              <a:t>6. Goal Setting and Motivation</a:t>
            </a:r>
            <a:endParaRPr lang="en-US" sz="40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8" name="Content Placeholder 2">
            <a:extLst>
              <a:ext uri="{FF2B5EF4-FFF2-40B4-BE49-F238E27FC236}">
                <a16:creationId xmlns:a16="http://schemas.microsoft.com/office/drawing/2014/main" id="{D032B4DE-089B-DC7E-482B-8D6402D4E795}"/>
              </a:ext>
            </a:extLst>
          </p:cNvPr>
          <p:cNvGraphicFramePr>
            <a:graphicFrameLocks noGrp="1"/>
          </p:cNvGraphicFramePr>
          <p:nvPr>
            <p:ph idx="1"/>
          </p:nvPr>
        </p:nvGraphicFramePr>
        <p:xfrm>
          <a:off x="5434149" y="932688"/>
          <a:ext cx="5916603" cy="4992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171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4" name="Freeform: Shape 83">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Content Placeholder 2">
            <a:extLst>
              <a:ext uri="{FF2B5EF4-FFF2-40B4-BE49-F238E27FC236}">
                <a16:creationId xmlns:a16="http://schemas.microsoft.com/office/drawing/2014/main" id="{677F45F6-9431-8FB5-3E50-668562BD2575}"/>
              </a:ext>
            </a:extLst>
          </p:cNvPr>
          <p:cNvSpPr>
            <a:spLocks noGrp="1"/>
          </p:cNvSpPr>
          <p:nvPr>
            <p:ph idx="1"/>
          </p:nvPr>
        </p:nvSpPr>
        <p:spPr>
          <a:xfrm>
            <a:off x="838200" y="1041539"/>
            <a:ext cx="5393361" cy="5146467"/>
          </a:xfrm>
        </p:spPr>
        <p:txBody>
          <a:bodyPr vert="horz" lIns="91440" tIns="45720" rIns="91440" bIns="45720" rtlCol="0" anchor="t">
            <a:normAutofit/>
          </a:bodyPr>
          <a:lstStyle/>
          <a:p>
            <a:pPr marL="0" indent="0">
              <a:buNone/>
            </a:pPr>
            <a:r>
              <a:rPr lang="en-US" sz="2400" b="1" dirty="0"/>
              <a:t>Duration: </a:t>
            </a:r>
          </a:p>
          <a:p>
            <a:r>
              <a:rPr lang="en-US" sz="1800" dirty="0"/>
              <a:t>The program can be customized based on the needs of the institution. It can range from a one-day intensive workshop to a month-long course with regular sessions.</a:t>
            </a:r>
          </a:p>
          <a:p>
            <a:endParaRPr lang="en-US" sz="1800"/>
          </a:p>
          <a:p>
            <a:endParaRPr lang="en-US" sz="1800"/>
          </a:p>
          <a:p>
            <a:endParaRPr lang="en-US" sz="1800"/>
          </a:p>
          <a:p>
            <a:pPr marL="0" indent="0">
              <a:buNone/>
            </a:pPr>
            <a:r>
              <a:rPr lang="en-US" sz="2400" b="1" dirty="0"/>
              <a:t>Target Audience: </a:t>
            </a:r>
          </a:p>
          <a:p>
            <a:r>
              <a:rPr lang="en-US" sz="1800" dirty="0"/>
              <a:t>The Personality Development Program is designed for students from middle school, high school, and college. The content and activities are tailored to meet the developmental needs of each age group.</a:t>
            </a:r>
          </a:p>
          <a:p>
            <a:endParaRPr lang="en-US" sz="1800"/>
          </a:p>
        </p:txBody>
      </p:sp>
      <p:sp>
        <p:nvSpPr>
          <p:cNvPr id="86" name="Oval 8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assroom">
            <a:extLst>
              <a:ext uri="{FF2B5EF4-FFF2-40B4-BE49-F238E27FC236}">
                <a16:creationId xmlns:a16="http://schemas.microsoft.com/office/drawing/2014/main" id="{06D75564-3327-D9C0-B3CB-39FA57BE9F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88" name="Freeform: Shape 8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90" name="Straight Connector 8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2" name="Freeform: Shape 9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6" name="Freeform: Shape 9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526301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1127BE20-6D73-84F4-5687-7A59AA195BAA}"/>
              </a:ext>
            </a:extLst>
          </p:cNvPr>
          <p:cNvSpPr>
            <a:spLocks noGrp="1"/>
          </p:cNvSpPr>
          <p:nvPr>
            <p:ph type="title"/>
          </p:nvPr>
        </p:nvSpPr>
        <p:spPr>
          <a:xfrm>
            <a:off x="838200" y="365125"/>
            <a:ext cx="5393361" cy="1325563"/>
          </a:xfrm>
        </p:spPr>
        <p:txBody>
          <a:bodyPr>
            <a:normAutofit/>
          </a:bodyPr>
          <a:lstStyle/>
          <a:p>
            <a:r>
              <a:rPr lang="en-US">
                <a:latin typeface="Aptos"/>
              </a:rPr>
              <a:t>Outcomes: </a:t>
            </a:r>
          </a:p>
        </p:txBody>
      </p:sp>
      <p:sp>
        <p:nvSpPr>
          <p:cNvPr id="27" name="Freeform: Shape 26">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B4E2DF5-3060-7DB1-9DD6-E2922A436B81}"/>
              </a:ext>
            </a:extLst>
          </p:cNvPr>
          <p:cNvSpPr>
            <a:spLocks noGrp="1"/>
          </p:cNvSpPr>
          <p:nvPr>
            <p:ph idx="1"/>
          </p:nvPr>
        </p:nvSpPr>
        <p:spPr>
          <a:xfrm>
            <a:off x="838200" y="1825625"/>
            <a:ext cx="5393361" cy="4351338"/>
          </a:xfrm>
        </p:spPr>
        <p:txBody>
          <a:bodyPr vert="horz" lIns="91440" tIns="45720" rIns="91440" bIns="45720" rtlCol="0">
            <a:normAutofit/>
          </a:bodyPr>
          <a:lstStyle/>
          <a:p>
            <a:pPr marL="0" indent="0">
              <a:buNone/>
            </a:pPr>
            <a:r>
              <a:rPr lang="en-US" sz="2200" dirty="0"/>
              <a:t>By the end of the program, students will:</a:t>
            </a:r>
          </a:p>
          <a:p>
            <a:r>
              <a:rPr lang="en-US" sz="2200"/>
              <a:t>- Exhibit increased self-confidence and self-awareness.</a:t>
            </a:r>
          </a:p>
          <a:p>
            <a:r>
              <a:rPr lang="en-US" sz="2200"/>
              <a:t>- Communicate more effectively with peers, teachers, and family.</a:t>
            </a:r>
          </a:p>
          <a:p>
            <a:r>
              <a:rPr lang="en-US" sz="2200"/>
              <a:t>- Demonstrate emotional resilience and stress management skills.</a:t>
            </a:r>
          </a:p>
          <a:p>
            <a:r>
              <a:rPr lang="en-US" sz="2200"/>
              <a:t>- Show leadership and teamwork abilities in various settings.</a:t>
            </a:r>
          </a:p>
          <a:p>
            <a:r>
              <a:rPr lang="en-US" sz="2200"/>
              <a:t>- Be better prepared for future academic and career challenges.</a:t>
            </a:r>
          </a:p>
        </p:txBody>
      </p:sp>
      <p:sp>
        <p:nvSpPr>
          <p:cNvPr id="28" name="Oval 27">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Diploma Roll">
            <a:extLst>
              <a:ext uri="{FF2B5EF4-FFF2-40B4-BE49-F238E27FC236}">
                <a16:creationId xmlns:a16="http://schemas.microsoft.com/office/drawing/2014/main" id="{98564AF7-4891-4E3E-9C45-7E586F971F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30" name="Freeform: Shape 29">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31" name="Straight Connector 30">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854219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86C6C8F-7E7C-CA7B-5079-89C377401D12}"/>
              </a:ext>
            </a:extLst>
          </p:cNvPr>
          <p:cNvSpPr>
            <a:spLocks noGrp="1"/>
          </p:cNvSpPr>
          <p:nvPr>
            <p:ph type="title"/>
          </p:nvPr>
        </p:nvSpPr>
        <p:spPr>
          <a:xfrm>
            <a:off x="838200" y="365125"/>
            <a:ext cx="5393361" cy="1325563"/>
          </a:xfrm>
        </p:spPr>
        <p:txBody>
          <a:bodyPr>
            <a:normAutofit/>
          </a:bodyPr>
          <a:lstStyle/>
          <a:p>
            <a:r>
              <a:rPr lang="en-US">
                <a:latin typeface="Aptos"/>
              </a:rPr>
              <a:t>Methodology: </a:t>
            </a:r>
            <a:endParaRPr lang="en-US" dirty="0"/>
          </a:p>
        </p:txBody>
      </p:sp>
      <p:sp>
        <p:nvSpPr>
          <p:cNvPr id="12" name="Freeform: Shape 11">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C78A2CCA-0881-2C5B-65C5-F8036CF08784}"/>
              </a:ext>
            </a:extLst>
          </p:cNvPr>
          <p:cNvSpPr>
            <a:spLocks noGrp="1"/>
          </p:cNvSpPr>
          <p:nvPr>
            <p:ph idx="1"/>
          </p:nvPr>
        </p:nvSpPr>
        <p:spPr>
          <a:xfrm>
            <a:off x="838200" y="1825625"/>
            <a:ext cx="5393361" cy="4351338"/>
          </a:xfrm>
        </p:spPr>
        <p:txBody>
          <a:bodyPr vert="horz" lIns="91440" tIns="45720" rIns="91440" bIns="45720" rtlCol="0" anchor="t">
            <a:normAutofit/>
          </a:bodyPr>
          <a:lstStyle/>
          <a:p>
            <a:r>
              <a:rPr lang="en-US" sz="2000" b="1" dirty="0"/>
              <a:t>Workshops and Interactive Sessions:</a:t>
            </a:r>
            <a:r>
              <a:rPr lang="en-US" sz="2000" dirty="0"/>
              <a:t> Engaging and dynamic workshops that encourage participation and experiential learning.</a:t>
            </a:r>
          </a:p>
          <a:p>
            <a:r>
              <a:rPr lang="en-US" sz="2000" b="1" dirty="0"/>
              <a:t>Role-Plays and Group Activities:</a:t>
            </a:r>
            <a:r>
              <a:rPr lang="en-US" sz="2000" dirty="0"/>
              <a:t> Hands-on activities that allow students to practice new skills in a supportive environment.</a:t>
            </a:r>
          </a:p>
          <a:p>
            <a:r>
              <a:rPr lang="en-US" sz="2000" b="1" dirty="0"/>
              <a:t>Personalized Feedback:</a:t>
            </a:r>
            <a:r>
              <a:rPr lang="en-US" sz="2000" dirty="0"/>
              <a:t> Regular assessments and feedback to help students track their progress and make continuous improvements.</a:t>
            </a:r>
          </a:p>
          <a:p>
            <a:endParaRPr lang="en-US" sz="2000"/>
          </a:p>
        </p:txBody>
      </p:sp>
      <p:sp>
        <p:nvSpPr>
          <p:cNvPr id="14" name="Oval 13">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Onboarding">
            <a:extLst>
              <a:ext uri="{FF2B5EF4-FFF2-40B4-BE49-F238E27FC236}">
                <a16:creationId xmlns:a16="http://schemas.microsoft.com/office/drawing/2014/main" id="{B820C3D2-D959-DE80-A741-6DA5D462CC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6" name="Freeform: Shape 15">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131356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D1520B01-A2E4-41C2-8A8F-7683F2508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7544A-FF92-3D4C-8871-FCBD00BA08AE}"/>
              </a:ext>
            </a:extLst>
          </p:cNvPr>
          <p:cNvSpPr>
            <a:spLocks noGrp="1"/>
          </p:cNvSpPr>
          <p:nvPr>
            <p:ph type="title"/>
          </p:nvPr>
        </p:nvSpPr>
        <p:spPr>
          <a:xfrm>
            <a:off x="4323621" y="-3003"/>
            <a:ext cx="3525794" cy="1189103"/>
          </a:xfrm>
        </p:spPr>
        <p:txBody>
          <a:bodyPr vert="horz" lIns="91440" tIns="45720" rIns="91440" bIns="45720" rtlCol="0" anchor="b">
            <a:normAutofit/>
          </a:bodyPr>
          <a:lstStyle/>
          <a:p>
            <a:pPr algn="ctr"/>
            <a:r>
              <a:rPr lang="en-US" sz="4300" kern="1200" dirty="0">
                <a:solidFill>
                  <a:schemeClr val="bg1"/>
                </a:solidFill>
                <a:latin typeface="+mj-lt"/>
                <a:ea typeface="+mj-ea"/>
                <a:cs typeface="+mj-cs"/>
              </a:rPr>
              <a:t>About Mentor</a:t>
            </a:r>
            <a:endParaRPr lang="en-US" sz="4300" kern="1200" dirty="0">
              <a:solidFill>
                <a:schemeClr val="bg1"/>
              </a:solidFill>
            </a:endParaRPr>
          </a:p>
        </p:txBody>
      </p:sp>
      <p:grpSp>
        <p:nvGrpSpPr>
          <p:cNvPr id="61" name="Group 60">
            <a:extLst>
              <a:ext uri="{FF2B5EF4-FFF2-40B4-BE49-F238E27FC236}">
                <a16:creationId xmlns:a16="http://schemas.microsoft.com/office/drawing/2014/main" id="{1F634C0A-A487-42AF-8DFD-4DAD62FE92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4087640" cy="6858000"/>
            <a:chOff x="1" y="0"/>
            <a:chExt cx="4087640" cy="6858000"/>
          </a:xfrm>
          <a:effectLst>
            <a:outerShdw blurRad="381000" dist="152400" algn="ctr" rotWithShape="0">
              <a:srgbClr val="000000">
                <a:alpha val="10000"/>
              </a:srgbClr>
            </a:outerShdw>
          </a:effectLst>
        </p:grpSpPr>
        <p:sp>
          <p:nvSpPr>
            <p:cNvPr id="62" name="Freeform: Shape 61">
              <a:extLst>
                <a:ext uri="{FF2B5EF4-FFF2-40B4-BE49-F238E27FC236}">
                  <a16:creationId xmlns:a16="http://schemas.microsoft.com/office/drawing/2014/main" id="{7412B137-E115-42F2-8CF9-67E40B5D2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0779E94B-3A8C-4695-9DA1-2EDEFB170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14" name="Picture 13" descr="A person in a suit holding a microphone&#10;&#10;Description automatically generated">
            <a:extLst>
              <a:ext uri="{FF2B5EF4-FFF2-40B4-BE49-F238E27FC236}">
                <a16:creationId xmlns:a16="http://schemas.microsoft.com/office/drawing/2014/main" id="{8229F5FE-E1D6-58BA-0BCD-87B2CBF11C48}"/>
              </a:ext>
            </a:extLst>
          </p:cNvPr>
          <p:cNvPicPr>
            <a:picLocks noChangeAspect="1"/>
          </p:cNvPicPr>
          <p:nvPr/>
        </p:nvPicPr>
        <p:blipFill>
          <a:blip r:embed="rId2"/>
          <a:srcRect l="14585"/>
          <a:stretch/>
        </p:blipFill>
        <p:spPr>
          <a:xfrm>
            <a:off x="20" y="10"/>
            <a:ext cx="3910064" cy="6857990"/>
          </a:xfrm>
          <a:custGeom>
            <a:avLst/>
            <a:gdLst/>
            <a:ahLst/>
            <a:cxnLst/>
            <a:rect l="l" t="t" r="r" b="b"/>
            <a:pathLst>
              <a:path w="3910084" h="6858000">
                <a:moveTo>
                  <a:pt x="0" y="0"/>
                </a:moveTo>
                <a:lnTo>
                  <a:pt x="2996382" y="0"/>
                </a:lnTo>
                <a:lnTo>
                  <a:pt x="3563333" y="1750276"/>
                </a:lnTo>
                <a:lnTo>
                  <a:pt x="3910084" y="6054385"/>
                </a:lnTo>
                <a:lnTo>
                  <a:pt x="3791309" y="6858000"/>
                </a:lnTo>
                <a:lnTo>
                  <a:pt x="0" y="6858000"/>
                </a:lnTo>
                <a:close/>
              </a:path>
            </a:pathLst>
          </a:custGeom>
        </p:spPr>
      </p:pic>
      <p:grpSp>
        <p:nvGrpSpPr>
          <p:cNvPr id="65" name="Group 64">
            <a:extLst>
              <a:ext uri="{FF2B5EF4-FFF2-40B4-BE49-F238E27FC236}">
                <a16:creationId xmlns:a16="http://schemas.microsoft.com/office/drawing/2014/main" id="{066EE5A2-0D35-4D6A-A5C7-1CA91F740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8589" y="0"/>
            <a:ext cx="1339053" cy="6858000"/>
            <a:chOff x="2661507" y="0"/>
            <a:chExt cx="1339053" cy="6858000"/>
          </a:xfrm>
        </p:grpSpPr>
        <p:sp>
          <p:nvSpPr>
            <p:cNvPr id="66" name="Freeform: Shape 65">
              <a:extLst>
                <a:ext uri="{FF2B5EF4-FFF2-40B4-BE49-F238E27FC236}">
                  <a16:creationId xmlns:a16="http://schemas.microsoft.com/office/drawing/2014/main" id="{4DFBB771-C61C-4F38-ABBB-98A2D8476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A2432BD6-3DCC-4397-BD7F-3FE84F321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69" name="Group 68">
            <a:extLst>
              <a:ext uri="{FF2B5EF4-FFF2-40B4-BE49-F238E27FC236}">
                <a16:creationId xmlns:a16="http://schemas.microsoft.com/office/drawing/2014/main" id="{56AA1647-0DA6-4A17-B3E1-95D61BD54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04360" y="0"/>
            <a:ext cx="4087640" cy="6858000"/>
            <a:chOff x="1" y="0"/>
            <a:chExt cx="4087640" cy="6858000"/>
          </a:xfrm>
          <a:effectLst>
            <a:outerShdw blurRad="381000" dist="152400" algn="ctr" rotWithShape="0">
              <a:srgbClr val="000000">
                <a:alpha val="10000"/>
              </a:srgbClr>
            </a:outerShdw>
          </a:effectLst>
        </p:grpSpPr>
        <p:sp>
          <p:nvSpPr>
            <p:cNvPr id="70" name="Freeform: Shape 69">
              <a:extLst>
                <a:ext uri="{FF2B5EF4-FFF2-40B4-BE49-F238E27FC236}">
                  <a16:creationId xmlns:a16="http://schemas.microsoft.com/office/drawing/2014/main" id="{1F1D8352-2F00-4057-8781-E455C455B9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a:extLst>
                <a:ext uri="{FF2B5EF4-FFF2-40B4-BE49-F238E27FC236}">
                  <a16:creationId xmlns:a16="http://schemas.microsoft.com/office/drawing/2014/main" id="{3BE70D92-7E07-4A6F-BD82-729F71C26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10" name="Picture 9" descr="A person in a suit holding a microphone&#10;&#10;Description automatically generated">
            <a:extLst>
              <a:ext uri="{FF2B5EF4-FFF2-40B4-BE49-F238E27FC236}">
                <a16:creationId xmlns:a16="http://schemas.microsoft.com/office/drawing/2014/main" id="{71E897F7-E6D1-3A4C-90DB-CC4F9078AA93}"/>
              </a:ext>
            </a:extLst>
          </p:cNvPr>
          <p:cNvPicPr>
            <a:picLocks noChangeAspect="1"/>
          </p:cNvPicPr>
          <p:nvPr/>
        </p:nvPicPr>
        <p:blipFill>
          <a:blip r:embed="rId4"/>
          <a:srcRect l="271" r="14314"/>
          <a:stretch/>
        </p:blipFill>
        <p:spPr>
          <a:xfrm>
            <a:off x="8281916" y="1"/>
            <a:ext cx="3910084" cy="6858000"/>
          </a:xfrm>
          <a:custGeom>
            <a:avLst/>
            <a:gdLst/>
            <a:ahLst/>
            <a:cxnLst/>
            <a:rect l="l" t="t" r="r" b="b"/>
            <a:pathLst>
              <a:path w="3910084" h="6858000">
                <a:moveTo>
                  <a:pt x="118775" y="0"/>
                </a:moveTo>
                <a:lnTo>
                  <a:pt x="3910084" y="0"/>
                </a:lnTo>
                <a:lnTo>
                  <a:pt x="3910084" y="6858000"/>
                </a:lnTo>
                <a:lnTo>
                  <a:pt x="913702" y="6858000"/>
                </a:lnTo>
                <a:lnTo>
                  <a:pt x="346751" y="5107724"/>
                </a:lnTo>
                <a:lnTo>
                  <a:pt x="0" y="803615"/>
                </a:lnTo>
                <a:close/>
              </a:path>
            </a:pathLst>
          </a:custGeom>
        </p:spPr>
      </p:pic>
      <p:grpSp>
        <p:nvGrpSpPr>
          <p:cNvPr id="73" name="Group 72">
            <a:extLst>
              <a:ext uri="{FF2B5EF4-FFF2-40B4-BE49-F238E27FC236}">
                <a16:creationId xmlns:a16="http://schemas.microsoft.com/office/drawing/2014/main" id="{08D20F07-CD49-4F17-BC00-9429DA80C5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04359" y="-2"/>
            <a:ext cx="1339053" cy="6858000"/>
            <a:chOff x="2661507" y="0"/>
            <a:chExt cx="1339053" cy="6858000"/>
          </a:xfrm>
          <a:effectLst>
            <a:outerShdw blurRad="381000" dist="152400" dir="10800000" algn="r" rotWithShape="0">
              <a:prstClr val="black">
                <a:alpha val="10000"/>
              </a:prstClr>
            </a:outerShdw>
          </a:effectLst>
        </p:grpSpPr>
        <p:sp>
          <p:nvSpPr>
            <p:cNvPr id="74" name="Freeform: Shape 73">
              <a:extLst>
                <a:ext uri="{FF2B5EF4-FFF2-40B4-BE49-F238E27FC236}">
                  <a16:creationId xmlns:a16="http://schemas.microsoft.com/office/drawing/2014/main" id="{11F66703-4D0D-42DF-8150-991FE9F8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E96840F9-95E6-4C98-BFE4-21B5954236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61507"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Box 2">
            <a:extLst>
              <a:ext uri="{FF2B5EF4-FFF2-40B4-BE49-F238E27FC236}">
                <a16:creationId xmlns:a16="http://schemas.microsoft.com/office/drawing/2014/main" id="{0D63324C-1D54-FBC0-A04C-C6D7AC51A947}"/>
              </a:ext>
            </a:extLst>
          </p:cNvPr>
          <p:cNvSpPr txBox="1"/>
          <p:nvPr/>
        </p:nvSpPr>
        <p:spPr>
          <a:xfrm>
            <a:off x="4453862" y="1560967"/>
            <a:ext cx="353311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An inspiring professional, dedicated to guiding students on their journey toward self-awareness, confidence, and holistic growth. I wish to play a pivotal role in shaping young minds to be resilient, emotionally intelligent, and adaptable, equipping them with essential life skills that extend far beyond the classroom. Their focus lies in nurturing each individual’s potential, fostering an inclusive learning environment, and building the foundation for personal and professional success.</a:t>
            </a:r>
            <a:endParaRPr lang="en-US" dirty="0">
              <a:solidFill>
                <a:schemeClr val="bg1"/>
              </a:solidFill>
            </a:endParaRPr>
          </a:p>
        </p:txBody>
      </p:sp>
    </p:spTree>
    <p:extLst>
      <p:ext uri="{BB962C8B-B14F-4D97-AF65-F5344CB8AC3E}">
        <p14:creationId xmlns:p14="http://schemas.microsoft.com/office/powerpoint/2010/main" val="2068029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928F64C6-FE22-4FC1-A763-DFCC51481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261224" y="4577975"/>
            <a:ext cx="7539349" cy="1899827"/>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C80552EB-777B-01EA-CF71-D459894293A3}"/>
              </a:ext>
            </a:extLst>
          </p:cNvPr>
          <p:cNvSpPr txBox="1"/>
          <p:nvPr/>
        </p:nvSpPr>
        <p:spPr>
          <a:xfrm>
            <a:off x="4603468" y="4741948"/>
            <a:ext cx="6829520" cy="86203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4000" kern="1200" dirty="0">
                <a:solidFill>
                  <a:srgbClr val="FFFFFF"/>
                </a:solidFill>
                <a:latin typeface="+mj-lt"/>
                <a:ea typeface="+mj-ea"/>
                <a:cs typeface="+mj-cs"/>
              </a:rPr>
              <a:t>Our Programs</a:t>
            </a:r>
            <a:endParaRPr lang="en-US" dirty="0">
              <a:ea typeface="+mj-ea"/>
              <a:cs typeface="+mj-cs"/>
            </a:endParaRPr>
          </a:p>
        </p:txBody>
      </p:sp>
      <p:pic>
        <p:nvPicPr>
          <p:cNvPr id="5" name="Picture 4" descr="A person standing in front of a group of people sitting in chairs&#10;&#10;Description automatically generated">
            <a:extLst>
              <a:ext uri="{FF2B5EF4-FFF2-40B4-BE49-F238E27FC236}">
                <a16:creationId xmlns:a16="http://schemas.microsoft.com/office/drawing/2014/main" id="{C87A1922-EFA4-B907-AD0F-40BF75D4835B}"/>
              </a:ext>
            </a:extLst>
          </p:cNvPr>
          <p:cNvPicPr>
            <a:picLocks noChangeAspect="1"/>
          </p:cNvPicPr>
          <p:nvPr/>
        </p:nvPicPr>
        <p:blipFill>
          <a:blip r:embed="rId2"/>
          <a:srcRect t="2831" r="1" b="3048"/>
          <a:stretch/>
        </p:blipFill>
        <p:spPr>
          <a:xfrm>
            <a:off x="317636" y="321734"/>
            <a:ext cx="3797570" cy="2010551"/>
          </a:xfrm>
          <a:prstGeom prst="rect">
            <a:avLst/>
          </a:prstGeom>
        </p:spPr>
      </p:pic>
      <p:pic>
        <p:nvPicPr>
          <p:cNvPr id="8" name="Picture 7" descr="A group of people in a room&#10;&#10;Description automatically generated">
            <a:extLst>
              <a:ext uri="{FF2B5EF4-FFF2-40B4-BE49-F238E27FC236}">
                <a16:creationId xmlns:a16="http://schemas.microsoft.com/office/drawing/2014/main" id="{F2C36825-F1BC-A224-7854-A4469EC16F80}"/>
              </a:ext>
            </a:extLst>
          </p:cNvPr>
          <p:cNvPicPr>
            <a:picLocks noChangeAspect="1"/>
          </p:cNvPicPr>
          <p:nvPr/>
        </p:nvPicPr>
        <p:blipFill>
          <a:blip r:embed="rId3"/>
          <a:srcRect t="20497" r="1" b="1"/>
          <a:stretch/>
        </p:blipFill>
        <p:spPr>
          <a:xfrm>
            <a:off x="327931" y="2380908"/>
            <a:ext cx="3794760" cy="2013804"/>
          </a:xfrm>
          <a:prstGeom prst="rect">
            <a:avLst/>
          </a:prstGeom>
        </p:spPr>
      </p:pic>
      <p:pic>
        <p:nvPicPr>
          <p:cNvPr id="6" name="Picture 5" descr="A person holding a microphone and smiling person holding a microphone&#10;&#10;Description automatically generated">
            <a:extLst>
              <a:ext uri="{FF2B5EF4-FFF2-40B4-BE49-F238E27FC236}">
                <a16:creationId xmlns:a16="http://schemas.microsoft.com/office/drawing/2014/main" id="{65686BEA-0514-2EC0-FA7F-7E7F7D989645}"/>
              </a:ext>
            </a:extLst>
          </p:cNvPr>
          <p:cNvPicPr>
            <a:picLocks noChangeAspect="1"/>
          </p:cNvPicPr>
          <p:nvPr/>
        </p:nvPicPr>
        <p:blipFill>
          <a:blip r:embed="rId4"/>
          <a:srcRect r="2" b="27658"/>
          <a:stretch/>
        </p:blipFill>
        <p:spPr>
          <a:xfrm>
            <a:off x="4202549" y="321732"/>
            <a:ext cx="3793472" cy="4111323"/>
          </a:xfrm>
          <a:prstGeom prst="rect">
            <a:avLst/>
          </a:prstGeom>
        </p:spPr>
      </p:pic>
      <p:pic>
        <p:nvPicPr>
          <p:cNvPr id="4" name="Picture 3" descr="A person speaking into a microphone in front of a group of people&#10;&#10;Description automatically generated">
            <a:extLst>
              <a:ext uri="{FF2B5EF4-FFF2-40B4-BE49-F238E27FC236}">
                <a16:creationId xmlns:a16="http://schemas.microsoft.com/office/drawing/2014/main" id="{02331348-6F82-4B09-FC8A-8D2E5E601D88}"/>
              </a:ext>
            </a:extLst>
          </p:cNvPr>
          <p:cNvPicPr>
            <a:picLocks noChangeAspect="1"/>
          </p:cNvPicPr>
          <p:nvPr/>
        </p:nvPicPr>
        <p:blipFill>
          <a:blip r:embed="rId5"/>
          <a:srcRect l="9708" r="28629" b="-1"/>
          <a:stretch/>
        </p:blipFill>
        <p:spPr>
          <a:xfrm>
            <a:off x="8086176" y="321733"/>
            <a:ext cx="3797984" cy="4111321"/>
          </a:xfrm>
          <a:prstGeom prst="rect">
            <a:avLst/>
          </a:prstGeom>
        </p:spPr>
      </p:pic>
      <p:pic>
        <p:nvPicPr>
          <p:cNvPr id="7" name="Picture 6" descr="A person in a suit standing in front of a group of people&#10;&#10;Description automatically generated">
            <a:extLst>
              <a:ext uri="{FF2B5EF4-FFF2-40B4-BE49-F238E27FC236}">
                <a16:creationId xmlns:a16="http://schemas.microsoft.com/office/drawing/2014/main" id="{3F467CD4-C0D4-C377-2DBE-1B207F5748B2}"/>
              </a:ext>
            </a:extLst>
          </p:cNvPr>
          <p:cNvPicPr>
            <a:picLocks noChangeAspect="1"/>
          </p:cNvPicPr>
          <p:nvPr/>
        </p:nvPicPr>
        <p:blipFill>
          <a:blip r:embed="rId6"/>
          <a:srcRect t="2079" r="1" b="18548"/>
          <a:stretch/>
        </p:blipFill>
        <p:spPr>
          <a:xfrm>
            <a:off x="317634" y="4525715"/>
            <a:ext cx="3794760" cy="2010551"/>
          </a:xfrm>
          <a:prstGeom prst="rect">
            <a:avLst/>
          </a:prstGeom>
        </p:spPr>
      </p:pic>
      <p:cxnSp>
        <p:nvCxnSpPr>
          <p:cNvPr id="72" name="Straight Connector 71">
            <a:extLst>
              <a:ext uri="{FF2B5EF4-FFF2-40B4-BE49-F238E27FC236}">
                <a16:creationId xmlns:a16="http://schemas.microsoft.com/office/drawing/2014/main" id="{5C34627B-48E6-4F4D-B843-97717A86B4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19934" y="5694097"/>
            <a:ext cx="5486400" cy="0"/>
          </a:xfrm>
          <a:prstGeom prst="line">
            <a:avLst/>
          </a:prstGeom>
          <a:ln w="15875">
            <a:solidFill>
              <a:srgbClr val="D9D9D9"/>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231F796-9B47-009C-8E0B-B33D2682BF7C}"/>
              </a:ext>
            </a:extLst>
          </p:cNvPr>
          <p:cNvSpPr txBox="1"/>
          <p:nvPr/>
        </p:nvSpPr>
        <p:spPr>
          <a:xfrm>
            <a:off x="1258770" y="418253"/>
            <a:ext cx="1932171" cy="369332"/>
          </a:xfrm>
          <a:prstGeom prst="rect">
            <a:avLst/>
          </a:prstGeom>
          <a:solidFill>
            <a:schemeClr val="accent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rPr>
              <a:t>Fun Celebration</a:t>
            </a:r>
          </a:p>
        </p:txBody>
      </p:sp>
      <p:sp>
        <p:nvSpPr>
          <p:cNvPr id="10" name="TextBox 9">
            <a:extLst>
              <a:ext uri="{FF2B5EF4-FFF2-40B4-BE49-F238E27FC236}">
                <a16:creationId xmlns:a16="http://schemas.microsoft.com/office/drawing/2014/main" id="{AFA81573-6E07-0B27-F411-F673D263FF81}"/>
              </a:ext>
            </a:extLst>
          </p:cNvPr>
          <p:cNvSpPr txBox="1"/>
          <p:nvPr/>
        </p:nvSpPr>
        <p:spPr>
          <a:xfrm>
            <a:off x="1280008" y="2381889"/>
            <a:ext cx="2001177" cy="369332"/>
          </a:xfrm>
          <a:prstGeom prst="rect">
            <a:avLst/>
          </a:prstGeom>
          <a:solidFill>
            <a:schemeClr val="accent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rPr>
              <a:t>Mentorship</a:t>
            </a:r>
          </a:p>
        </p:txBody>
      </p:sp>
      <p:sp>
        <p:nvSpPr>
          <p:cNvPr id="11" name="TextBox 10">
            <a:extLst>
              <a:ext uri="{FF2B5EF4-FFF2-40B4-BE49-F238E27FC236}">
                <a16:creationId xmlns:a16="http://schemas.microsoft.com/office/drawing/2014/main" id="{8B157A09-F657-1DDA-25DA-8F10AFBC8FE0}"/>
              </a:ext>
            </a:extLst>
          </p:cNvPr>
          <p:cNvSpPr txBox="1"/>
          <p:nvPr/>
        </p:nvSpPr>
        <p:spPr>
          <a:xfrm>
            <a:off x="944561" y="4582221"/>
            <a:ext cx="2545217" cy="369332"/>
          </a:xfrm>
          <a:prstGeom prst="rect">
            <a:avLst/>
          </a:prstGeom>
          <a:solidFill>
            <a:schemeClr val="accent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rPr>
              <a:t>Training and coaching</a:t>
            </a:r>
          </a:p>
        </p:txBody>
      </p:sp>
      <p:sp>
        <p:nvSpPr>
          <p:cNvPr id="12" name="TextBox 11">
            <a:extLst>
              <a:ext uri="{FF2B5EF4-FFF2-40B4-BE49-F238E27FC236}">
                <a16:creationId xmlns:a16="http://schemas.microsoft.com/office/drawing/2014/main" id="{EBB9BC22-6F65-9F3E-A0B9-189409BF6476}"/>
              </a:ext>
            </a:extLst>
          </p:cNvPr>
          <p:cNvSpPr txBox="1"/>
          <p:nvPr/>
        </p:nvSpPr>
        <p:spPr>
          <a:xfrm>
            <a:off x="4574569" y="414036"/>
            <a:ext cx="3036268" cy="369332"/>
          </a:xfrm>
          <a:prstGeom prst="rect">
            <a:avLst/>
          </a:prstGeom>
          <a:solidFill>
            <a:schemeClr val="accent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rPr>
              <a:t>Public speaking </a:t>
            </a:r>
          </a:p>
        </p:txBody>
      </p:sp>
      <p:sp>
        <p:nvSpPr>
          <p:cNvPr id="13" name="TextBox 12">
            <a:extLst>
              <a:ext uri="{FF2B5EF4-FFF2-40B4-BE49-F238E27FC236}">
                <a16:creationId xmlns:a16="http://schemas.microsoft.com/office/drawing/2014/main" id="{9F059CA7-4D81-8BF3-0D2A-E5C26000CD4D}"/>
              </a:ext>
            </a:extLst>
          </p:cNvPr>
          <p:cNvSpPr txBox="1"/>
          <p:nvPr/>
        </p:nvSpPr>
        <p:spPr>
          <a:xfrm>
            <a:off x="8869608" y="462662"/>
            <a:ext cx="2235797" cy="646331"/>
          </a:xfrm>
          <a:prstGeom prst="rect">
            <a:avLst/>
          </a:prstGeom>
          <a:solidFill>
            <a:schemeClr val="accent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rPr>
              <a:t>Parents- Students collaboration</a:t>
            </a:r>
          </a:p>
        </p:txBody>
      </p:sp>
    </p:spTree>
    <p:extLst>
      <p:ext uri="{BB962C8B-B14F-4D97-AF65-F5344CB8AC3E}">
        <p14:creationId xmlns:p14="http://schemas.microsoft.com/office/powerpoint/2010/main" val="1242370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D5E066-12EA-05E4-F67F-115F6AB42143}"/>
              </a:ext>
            </a:extLst>
          </p:cNvPr>
          <p:cNvSpPr>
            <a:spLocks noGrp="1"/>
          </p:cNvSpPr>
          <p:nvPr>
            <p:ph type="title"/>
          </p:nvPr>
        </p:nvSpPr>
        <p:spPr>
          <a:xfrm>
            <a:off x="2187363" y="157866"/>
            <a:ext cx="5801917" cy="2228760"/>
          </a:xfrm>
        </p:spPr>
        <p:txBody>
          <a:bodyPr anchor="b">
            <a:normAutofit/>
          </a:bodyPr>
          <a:lstStyle/>
          <a:p>
            <a:r>
              <a:rPr lang="en-US" sz="4000">
                <a:latin typeface="Aptos"/>
              </a:rPr>
              <a:t>Conclusion: </a:t>
            </a:r>
            <a:endParaRPr lang="en-US" sz="4000"/>
          </a:p>
        </p:txBody>
      </p:sp>
      <p:pic>
        <p:nvPicPr>
          <p:cNvPr id="7" name="Graphic 6" descr="Education">
            <a:extLst>
              <a:ext uri="{FF2B5EF4-FFF2-40B4-BE49-F238E27FC236}">
                <a16:creationId xmlns:a16="http://schemas.microsoft.com/office/drawing/2014/main" id="{9FA969B2-23DB-00A6-57FF-45D219E2DC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18D840D1-DA80-4544-0923-1F53F1EA9879}"/>
              </a:ext>
            </a:extLst>
          </p:cNvPr>
          <p:cNvSpPr>
            <a:spLocks noGrp="1"/>
          </p:cNvSpPr>
          <p:nvPr>
            <p:ph idx="1"/>
          </p:nvPr>
        </p:nvSpPr>
        <p:spPr>
          <a:xfrm>
            <a:off x="2187364" y="2856962"/>
            <a:ext cx="5801917" cy="2057045"/>
          </a:xfrm>
        </p:spPr>
        <p:txBody>
          <a:bodyPr vert="horz" lIns="91440" tIns="45720" rIns="91440" bIns="45720" rtlCol="0" anchor="t">
            <a:normAutofit/>
          </a:bodyPr>
          <a:lstStyle/>
          <a:p>
            <a:pPr marL="0" indent="0">
              <a:buNone/>
            </a:pPr>
            <a:r>
              <a:rPr lang="en-US" sz="2000" dirty="0"/>
              <a:t>This Personality Development Program aims to equip students with the vital life skills that are often overlooked in traditional education. Through this program, students will be better prepared to face the challenges of life, make meaningful contributions to society, and achieve their full potential.</a:t>
            </a:r>
          </a:p>
        </p:txBody>
      </p:sp>
      <p:pic>
        <p:nvPicPr>
          <p:cNvPr id="9" name="Graphic 8" descr="Education">
            <a:extLst>
              <a:ext uri="{FF2B5EF4-FFF2-40B4-BE49-F238E27FC236}">
                <a16:creationId xmlns:a16="http://schemas.microsoft.com/office/drawing/2014/main" id="{78B93A53-B3B1-4EC9-894D-82FB4A167C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887676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Objectives of this Meeting</vt:lpstr>
      <vt:lpstr>Personality Development Program </vt:lpstr>
      <vt:lpstr>Program Objectives: </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Vital life skills that are often overlooked in traditional education include:</vt:lpstr>
      <vt:lpstr>Program Structure: </vt:lpstr>
      <vt:lpstr>1. Self-Awareness and Personal Growth </vt:lpstr>
      <vt:lpstr>2. Effective Communication and Public Speaking </vt:lpstr>
      <vt:lpstr>3. Emotional Intelligence and Stress Management </vt:lpstr>
      <vt:lpstr>4. Leadership and Teamwork .</vt:lpstr>
      <vt:lpstr>5. Time Management and Study Skills </vt:lpstr>
      <vt:lpstr>6. Goal Setting and Motivation</vt:lpstr>
      <vt:lpstr>PowerPoint Presentation</vt:lpstr>
      <vt:lpstr>Outcomes: </vt:lpstr>
      <vt:lpstr>Methodology: </vt:lpstr>
      <vt:lpstr>About Mentor</vt:lpstr>
      <vt:lpstr>PowerPoint Presentation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504</cp:revision>
  <dcterms:created xsi:type="dcterms:W3CDTF">2024-11-01T09:36:55Z</dcterms:created>
  <dcterms:modified xsi:type="dcterms:W3CDTF">2024-12-02T05:10:26Z</dcterms:modified>
</cp:coreProperties>
</file>